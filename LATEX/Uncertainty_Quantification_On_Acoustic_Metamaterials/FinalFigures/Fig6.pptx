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27432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73" d="100"/>
          <a:sy n="173" d="100"/>
        </p:scale>
        <p:origin x="1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7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5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2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9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5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2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5753F-53F0-B6BF-A81D-DDDE6DC7A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49025-6CF8-6C0D-B2A3-9A6CD0D61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6BDB6-3C0C-8858-55C5-93F2EB2EB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7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3</cp:revision>
  <dcterms:created xsi:type="dcterms:W3CDTF">2023-12-19T23:23:17Z</dcterms:created>
  <dcterms:modified xsi:type="dcterms:W3CDTF">2023-12-20T00:30:06Z</dcterms:modified>
</cp:coreProperties>
</file>