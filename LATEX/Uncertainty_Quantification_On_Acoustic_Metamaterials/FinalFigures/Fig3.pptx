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</p:sldIdLst>
  <p:sldSz cx="3200400" cy="27432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63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101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030" y="448945"/>
            <a:ext cx="2720340" cy="955040"/>
          </a:xfrm>
        </p:spPr>
        <p:txBody>
          <a:bodyPr anchor="b"/>
          <a:lstStyle>
            <a:lvl1pPr algn="ctr">
              <a:defRPr sz="2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50" y="1440815"/>
            <a:ext cx="2400300" cy="662305"/>
          </a:xfrm>
        </p:spPr>
        <p:txBody>
          <a:bodyPr/>
          <a:lstStyle>
            <a:lvl1pPr marL="0" indent="0" algn="ctr">
              <a:buNone/>
              <a:defRPr sz="840"/>
            </a:lvl1pPr>
            <a:lvl2pPr marL="160020" indent="0" algn="ctr">
              <a:buNone/>
              <a:defRPr sz="700"/>
            </a:lvl2pPr>
            <a:lvl3pPr marL="320040" indent="0" algn="ctr">
              <a:buNone/>
              <a:defRPr sz="630"/>
            </a:lvl3pPr>
            <a:lvl4pPr marL="480060" indent="0" algn="ctr">
              <a:buNone/>
              <a:defRPr sz="560"/>
            </a:lvl4pPr>
            <a:lvl5pPr marL="640080" indent="0" algn="ctr">
              <a:buNone/>
              <a:defRPr sz="560"/>
            </a:lvl5pPr>
            <a:lvl6pPr marL="800100" indent="0" algn="ctr">
              <a:buNone/>
              <a:defRPr sz="560"/>
            </a:lvl6pPr>
            <a:lvl7pPr marL="960120" indent="0" algn="ctr">
              <a:buNone/>
              <a:defRPr sz="560"/>
            </a:lvl7pPr>
            <a:lvl8pPr marL="1120140" indent="0" algn="ctr">
              <a:buNone/>
              <a:defRPr sz="560"/>
            </a:lvl8pPr>
            <a:lvl9pPr marL="1280160" indent="0" algn="ctr">
              <a:buNone/>
              <a:defRPr sz="5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35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636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361" y="683896"/>
            <a:ext cx="2760345" cy="1141095"/>
          </a:xfrm>
        </p:spPr>
        <p:txBody>
          <a:bodyPr anchor="b"/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8361" y="1835786"/>
            <a:ext cx="2760345" cy="600075"/>
          </a:xfrm>
        </p:spPr>
        <p:txBody>
          <a:bodyPr/>
          <a:lstStyle>
            <a:lvl1pPr marL="0" indent="0">
              <a:buNone/>
              <a:defRPr sz="840">
                <a:solidFill>
                  <a:schemeClr val="tx1"/>
                </a:solidFill>
              </a:defRPr>
            </a:lvl1pPr>
            <a:lvl2pPr marL="16002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2pPr>
            <a:lvl3pPr marL="320040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3pPr>
            <a:lvl4pPr marL="480060" indent="0">
              <a:buNone/>
              <a:defRPr sz="560">
                <a:solidFill>
                  <a:schemeClr val="tx1">
                    <a:tint val="75000"/>
                  </a:schemeClr>
                </a:solidFill>
              </a:defRPr>
            </a:lvl4pPr>
            <a:lvl5pPr marL="640080" indent="0">
              <a:buNone/>
              <a:defRPr sz="560">
                <a:solidFill>
                  <a:schemeClr val="tx1">
                    <a:tint val="75000"/>
                  </a:schemeClr>
                </a:solidFill>
              </a:defRPr>
            </a:lvl5pPr>
            <a:lvl6pPr marL="800100" indent="0">
              <a:buNone/>
              <a:defRPr sz="560">
                <a:solidFill>
                  <a:schemeClr val="tx1">
                    <a:tint val="75000"/>
                  </a:schemeClr>
                </a:solidFill>
              </a:defRPr>
            </a:lvl6pPr>
            <a:lvl7pPr marL="960120" indent="0">
              <a:buNone/>
              <a:defRPr sz="560">
                <a:solidFill>
                  <a:schemeClr val="tx1">
                    <a:tint val="75000"/>
                  </a:schemeClr>
                </a:solidFill>
              </a:defRPr>
            </a:lvl7pPr>
            <a:lvl8pPr marL="1120140" indent="0">
              <a:buNone/>
              <a:defRPr sz="560">
                <a:solidFill>
                  <a:schemeClr val="tx1">
                    <a:tint val="75000"/>
                  </a:schemeClr>
                </a:solidFill>
              </a:defRPr>
            </a:lvl8pPr>
            <a:lvl9pPr marL="1280160" indent="0">
              <a:buNone/>
              <a:defRPr sz="5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823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0028" y="730250"/>
            <a:ext cx="136017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0203" y="730250"/>
            <a:ext cx="136017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457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4" y="146051"/>
            <a:ext cx="2760345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45" y="672465"/>
            <a:ext cx="1353919" cy="329565"/>
          </a:xfrm>
        </p:spPr>
        <p:txBody>
          <a:bodyPr anchor="b"/>
          <a:lstStyle>
            <a:lvl1pPr marL="0" indent="0">
              <a:buNone/>
              <a:defRPr sz="840" b="1"/>
            </a:lvl1pPr>
            <a:lvl2pPr marL="160020" indent="0">
              <a:buNone/>
              <a:defRPr sz="700" b="1"/>
            </a:lvl2pPr>
            <a:lvl3pPr marL="320040" indent="0">
              <a:buNone/>
              <a:defRPr sz="630" b="1"/>
            </a:lvl3pPr>
            <a:lvl4pPr marL="480060" indent="0">
              <a:buNone/>
              <a:defRPr sz="560" b="1"/>
            </a:lvl4pPr>
            <a:lvl5pPr marL="640080" indent="0">
              <a:buNone/>
              <a:defRPr sz="560" b="1"/>
            </a:lvl5pPr>
            <a:lvl6pPr marL="800100" indent="0">
              <a:buNone/>
              <a:defRPr sz="560" b="1"/>
            </a:lvl6pPr>
            <a:lvl7pPr marL="960120" indent="0">
              <a:buNone/>
              <a:defRPr sz="560" b="1"/>
            </a:lvl7pPr>
            <a:lvl8pPr marL="1120140" indent="0">
              <a:buNone/>
              <a:defRPr sz="560" b="1"/>
            </a:lvl8pPr>
            <a:lvl9pPr marL="1280160" indent="0">
              <a:buNone/>
              <a:defRPr sz="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445" y="1002030"/>
            <a:ext cx="1353919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20203" y="672465"/>
            <a:ext cx="1360587" cy="329565"/>
          </a:xfrm>
        </p:spPr>
        <p:txBody>
          <a:bodyPr anchor="b"/>
          <a:lstStyle>
            <a:lvl1pPr marL="0" indent="0">
              <a:buNone/>
              <a:defRPr sz="840" b="1"/>
            </a:lvl1pPr>
            <a:lvl2pPr marL="160020" indent="0">
              <a:buNone/>
              <a:defRPr sz="700" b="1"/>
            </a:lvl2pPr>
            <a:lvl3pPr marL="320040" indent="0">
              <a:buNone/>
              <a:defRPr sz="630" b="1"/>
            </a:lvl3pPr>
            <a:lvl4pPr marL="480060" indent="0">
              <a:buNone/>
              <a:defRPr sz="560" b="1"/>
            </a:lvl4pPr>
            <a:lvl5pPr marL="640080" indent="0">
              <a:buNone/>
              <a:defRPr sz="560" b="1"/>
            </a:lvl5pPr>
            <a:lvl6pPr marL="800100" indent="0">
              <a:buNone/>
              <a:defRPr sz="560" b="1"/>
            </a:lvl6pPr>
            <a:lvl7pPr marL="960120" indent="0">
              <a:buNone/>
              <a:defRPr sz="560" b="1"/>
            </a:lvl7pPr>
            <a:lvl8pPr marL="1120140" indent="0">
              <a:buNone/>
              <a:defRPr sz="560" b="1"/>
            </a:lvl8pPr>
            <a:lvl9pPr marL="1280160" indent="0">
              <a:buNone/>
              <a:defRPr sz="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20203" y="1002030"/>
            <a:ext cx="1360587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663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134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995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5" y="182880"/>
            <a:ext cx="1032212" cy="640080"/>
          </a:xfrm>
        </p:spPr>
        <p:txBody>
          <a:bodyPr anchor="b"/>
          <a:lstStyle>
            <a:lvl1pPr>
              <a:defRPr sz="1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0587" y="394971"/>
            <a:ext cx="1620203" cy="1949450"/>
          </a:xfrm>
        </p:spPr>
        <p:txBody>
          <a:bodyPr/>
          <a:lstStyle>
            <a:lvl1pPr>
              <a:defRPr sz="1120"/>
            </a:lvl1pPr>
            <a:lvl2pPr>
              <a:defRPr sz="980"/>
            </a:lvl2pPr>
            <a:lvl3pPr>
              <a:defRPr sz="840"/>
            </a:lvl3pPr>
            <a:lvl4pPr>
              <a:defRPr sz="700"/>
            </a:lvl4pPr>
            <a:lvl5pPr>
              <a:defRPr sz="700"/>
            </a:lvl5pPr>
            <a:lvl6pPr>
              <a:defRPr sz="700"/>
            </a:lvl6pPr>
            <a:lvl7pPr>
              <a:defRPr sz="700"/>
            </a:lvl7pPr>
            <a:lvl8pPr>
              <a:defRPr sz="700"/>
            </a:lvl8pPr>
            <a:lvl9pPr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5" y="822960"/>
            <a:ext cx="1032212" cy="1524635"/>
          </a:xfrm>
        </p:spPr>
        <p:txBody>
          <a:bodyPr/>
          <a:lstStyle>
            <a:lvl1pPr marL="0" indent="0">
              <a:buNone/>
              <a:defRPr sz="560"/>
            </a:lvl1pPr>
            <a:lvl2pPr marL="160020" indent="0">
              <a:buNone/>
              <a:defRPr sz="490"/>
            </a:lvl2pPr>
            <a:lvl3pPr marL="320040" indent="0">
              <a:buNone/>
              <a:defRPr sz="420"/>
            </a:lvl3pPr>
            <a:lvl4pPr marL="480060" indent="0">
              <a:buNone/>
              <a:defRPr sz="350"/>
            </a:lvl4pPr>
            <a:lvl5pPr marL="640080" indent="0">
              <a:buNone/>
              <a:defRPr sz="350"/>
            </a:lvl5pPr>
            <a:lvl6pPr marL="800100" indent="0">
              <a:buNone/>
              <a:defRPr sz="350"/>
            </a:lvl6pPr>
            <a:lvl7pPr marL="960120" indent="0">
              <a:buNone/>
              <a:defRPr sz="350"/>
            </a:lvl7pPr>
            <a:lvl8pPr marL="1120140" indent="0">
              <a:buNone/>
              <a:defRPr sz="350"/>
            </a:lvl8pPr>
            <a:lvl9pPr marL="1280160" indent="0">
              <a:buNone/>
              <a:defRPr sz="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06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5" y="182880"/>
            <a:ext cx="1032212" cy="640080"/>
          </a:xfrm>
        </p:spPr>
        <p:txBody>
          <a:bodyPr anchor="b"/>
          <a:lstStyle>
            <a:lvl1pPr>
              <a:defRPr sz="1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0587" y="394971"/>
            <a:ext cx="1620203" cy="1949450"/>
          </a:xfrm>
        </p:spPr>
        <p:txBody>
          <a:bodyPr anchor="t"/>
          <a:lstStyle>
            <a:lvl1pPr marL="0" indent="0">
              <a:buNone/>
              <a:defRPr sz="1120"/>
            </a:lvl1pPr>
            <a:lvl2pPr marL="160020" indent="0">
              <a:buNone/>
              <a:defRPr sz="980"/>
            </a:lvl2pPr>
            <a:lvl3pPr marL="320040" indent="0">
              <a:buNone/>
              <a:defRPr sz="840"/>
            </a:lvl3pPr>
            <a:lvl4pPr marL="480060" indent="0">
              <a:buNone/>
              <a:defRPr sz="700"/>
            </a:lvl4pPr>
            <a:lvl5pPr marL="640080" indent="0">
              <a:buNone/>
              <a:defRPr sz="700"/>
            </a:lvl5pPr>
            <a:lvl6pPr marL="800100" indent="0">
              <a:buNone/>
              <a:defRPr sz="700"/>
            </a:lvl6pPr>
            <a:lvl7pPr marL="960120" indent="0">
              <a:buNone/>
              <a:defRPr sz="700"/>
            </a:lvl7pPr>
            <a:lvl8pPr marL="1120140" indent="0">
              <a:buNone/>
              <a:defRPr sz="700"/>
            </a:lvl8pPr>
            <a:lvl9pPr marL="1280160" indent="0">
              <a:buNone/>
              <a:defRPr sz="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5" y="822960"/>
            <a:ext cx="1032212" cy="1524635"/>
          </a:xfrm>
        </p:spPr>
        <p:txBody>
          <a:bodyPr/>
          <a:lstStyle>
            <a:lvl1pPr marL="0" indent="0">
              <a:buNone/>
              <a:defRPr sz="560"/>
            </a:lvl1pPr>
            <a:lvl2pPr marL="160020" indent="0">
              <a:buNone/>
              <a:defRPr sz="490"/>
            </a:lvl2pPr>
            <a:lvl3pPr marL="320040" indent="0">
              <a:buNone/>
              <a:defRPr sz="420"/>
            </a:lvl3pPr>
            <a:lvl4pPr marL="480060" indent="0">
              <a:buNone/>
              <a:defRPr sz="350"/>
            </a:lvl4pPr>
            <a:lvl5pPr marL="640080" indent="0">
              <a:buNone/>
              <a:defRPr sz="350"/>
            </a:lvl5pPr>
            <a:lvl6pPr marL="800100" indent="0">
              <a:buNone/>
              <a:defRPr sz="350"/>
            </a:lvl6pPr>
            <a:lvl7pPr marL="960120" indent="0">
              <a:buNone/>
              <a:defRPr sz="350"/>
            </a:lvl7pPr>
            <a:lvl8pPr marL="1120140" indent="0">
              <a:buNone/>
              <a:defRPr sz="350"/>
            </a:lvl8pPr>
            <a:lvl9pPr marL="1280160" indent="0">
              <a:buNone/>
              <a:defRPr sz="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433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606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90287" y="146050"/>
            <a:ext cx="690086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0028" y="146050"/>
            <a:ext cx="2030254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741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0028" y="146051"/>
            <a:ext cx="2760345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028" y="730250"/>
            <a:ext cx="2760345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0028" y="2542541"/>
            <a:ext cx="72009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0133" y="2542541"/>
            <a:ext cx="1080135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60283" y="2542541"/>
            <a:ext cx="72009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695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20040" rtl="0" eaLnBrk="1" latinLnBrk="0" hangingPunct="1">
        <a:lnSpc>
          <a:spcPct val="90000"/>
        </a:lnSpc>
        <a:spcBef>
          <a:spcPct val="0"/>
        </a:spcBef>
        <a:buNone/>
        <a:defRPr sz="15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010" indent="-80010" algn="l" defTabSz="32004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980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2pPr>
      <a:lvl3pPr marL="40005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3pPr>
      <a:lvl4pPr marL="56007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4pPr>
      <a:lvl5pPr marL="72009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5pPr>
      <a:lvl6pPr marL="88011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6pPr>
      <a:lvl7pPr marL="104013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7pPr>
      <a:lvl8pPr marL="120015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8pPr>
      <a:lvl9pPr marL="136017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1pPr>
      <a:lvl2pPr marL="16002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2pPr>
      <a:lvl3pPr marL="32004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5pPr>
      <a:lvl6pPr marL="80010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6pPr>
      <a:lvl7pPr marL="96012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7pPr>
      <a:lvl8pPr marL="112014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8pPr>
      <a:lvl9pPr marL="128016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C058E9-136D-24B9-4CE8-39DAC3832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004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868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5E79AC-4888-39DF-A3FD-B9ACEFB63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004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373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Rayehe Karimi Mahabadi, Ph.D.</dc:creator>
  <cp:lastModifiedBy>Rayehe Karimi Mahabadi, Ph.D.</cp:lastModifiedBy>
  <cp:revision>4</cp:revision>
  <dcterms:created xsi:type="dcterms:W3CDTF">2023-12-19T23:23:17Z</dcterms:created>
  <dcterms:modified xsi:type="dcterms:W3CDTF">2023-12-20T00:04:03Z</dcterms:modified>
</cp:coreProperties>
</file>