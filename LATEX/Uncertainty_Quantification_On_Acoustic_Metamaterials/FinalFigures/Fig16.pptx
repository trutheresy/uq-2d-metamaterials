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</p:sldIdLst>
  <p:sldSz cx="3200400" cy="27432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63" autoAdjust="0"/>
    <p:restoredTop sz="94660"/>
  </p:normalViewPr>
  <p:slideViewPr>
    <p:cSldViewPr snapToGrid="0">
      <p:cViewPr varScale="1">
        <p:scale>
          <a:sx n="250" d="100"/>
          <a:sy n="250" d="100"/>
        </p:scale>
        <p:origin x="2622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0030" y="448945"/>
            <a:ext cx="2720340" cy="955040"/>
          </a:xfrm>
        </p:spPr>
        <p:txBody>
          <a:bodyPr anchor="b"/>
          <a:lstStyle>
            <a:lvl1pPr algn="ctr">
              <a:defRPr sz="2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0050" y="1440815"/>
            <a:ext cx="2400300" cy="662305"/>
          </a:xfrm>
        </p:spPr>
        <p:txBody>
          <a:bodyPr/>
          <a:lstStyle>
            <a:lvl1pPr marL="0" indent="0" algn="ctr">
              <a:buNone/>
              <a:defRPr sz="840"/>
            </a:lvl1pPr>
            <a:lvl2pPr marL="160020" indent="0" algn="ctr">
              <a:buNone/>
              <a:defRPr sz="700"/>
            </a:lvl2pPr>
            <a:lvl3pPr marL="320040" indent="0" algn="ctr">
              <a:buNone/>
              <a:defRPr sz="630"/>
            </a:lvl3pPr>
            <a:lvl4pPr marL="480060" indent="0" algn="ctr">
              <a:buNone/>
              <a:defRPr sz="560"/>
            </a:lvl4pPr>
            <a:lvl5pPr marL="640080" indent="0" algn="ctr">
              <a:buNone/>
              <a:defRPr sz="560"/>
            </a:lvl5pPr>
            <a:lvl6pPr marL="800100" indent="0" algn="ctr">
              <a:buNone/>
              <a:defRPr sz="560"/>
            </a:lvl6pPr>
            <a:lvl7pPr marL="960120" indent="0" algn="ctr">
              <a:buNone/>
              <a:defRPr sz="560"/>
            </a:lvl7pPr>
            <a:lvl8pPr marL="1120140" indent="0" algn="ctr">
              <a:buNone/>
              <a:defRPr sz="560"/>
            </a:lvl8pPr>
            <a:lvl9pPr marL="1280160" indent="0" algn="ctr">
              <a:buNone/>
              <a:defRPr sz="5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5018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099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361" y="683896"/>
            <a:ext cx="2760345" cy="1141095"/>
          </a:xfrm>
        </p:spPr>
        <p:txBody>
          <a:bodyPr anchor="b"/>
          <a:lstStyle>
            <a:lvl1pPr>
              <a:defRPr sz="2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8361" y="1835786"/>
            <a:ext cx="2760345" cy="600075"/>
          </a:xfrm>
        </p:spPr>
        <p:txBody>
          <a:bodyPr/>
          <a:lstStyle>
            <a:lvl1pPr marL="0" indent="0">
              <a:buNone/>
              <a:defRPr sz="840">
                <a:solidFill>
                  <a:schemeClr val="tx1"/>
                </a:solidFill>
              </a:defRPr>
            </a:lvl1pPr>
            <a:lvl2pPr marL="16002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2pPr>
            <a:lvl3pPr marL="320040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3pPr>
            <a:lvl4pPr marL="480060" indent="0">
              <a:buNone/>
              <a:defRPr sz="560">
                <a:solidFill>
                  <a:schemeClr val="tx1">
                    <a:tint val="75000"/>
                  </a:schemeClr>
                </a:solidFill>
              </a:defRPr>
            </a:lvl4pPr>
            <a:lvl5pPr marL="640080" indent="0">
              <a:buNone/>
              <a:defRPr sz="560">
                <a:solidFill>
                  <a:schemeClr val="tx1">
                    <a:tint val="75000"/>
                  </a:schemeClr>
                </a:solidFill>
              </a:defRPr>
            </a:lvl5pPr>
            <a:lvl6pPr marL="800100" indent="0">
              <a:buNone/>
              <a:defRPr sz="560">
                <a:solidFill>
                  <a:schemeClr val="tx1">
                    <a:tint val="75000"/>
                  </a:schemeClr>
                </a:solidFill>
              </a:defRPr>
            </a:lvl6pPr>
            <a:lvl7pPr marL="960120" indent="0">
              <a:buNone/>
              <a:defRPr sz="560">
                <a:solidFill>
                  <a:schemeClr val="tx1">
                    <a:tint val="75000"/>
                  </a:schemeClr>
                </a:solidFill>
              </a:defRPr>
            </a:lvl7pPr>
            <a:lvl8pPr marL="1120140" indent="0">
              <a:buNone/>
              <a:defRPr sz="560">
                <a:solidFill>
                  <a:schemeClr val="tx1">
                    <a:tint val="75000"/>
                  </a:schemeClr>
                </a:solidFill>
              </a:defRPr>
            </a:lvl8pPr>
            <a:lvl9pPr marL="1280160" indent="0">
              <a:buNone/>
              <a:defRPr sz="5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711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0028" y="730250"/>
            <a:ext cx="1360170" cy="17405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0203" y="730250"/>
            <a:ext cx="1360170" cy="17405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666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444" y="146051"/>
            <a:ext cx="2760345" cy="5302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445" y="672465"/>
            <a:ext cx="1353919" cy="329565"/>
          </a:xfrm>
        </p:spPr>
        <p:txBody>
          <a:bodyPr anchor="b"/>
          <a:lstStyle>
            <a:lvl1pPr marL="0" indent="0">
              <a:buNone/>
              <a:defRPr sz="840" b="1"/>
            </a:lvl1pPr>
            <a:lvl2pPr marL="160020" indent="0">
              <a:buNone/>
              <a:defRPr sz="700" b="1"/>
            </a:lvl2pPr>
            <a:lvl3pPr marL="320040" indent="0">
              <a:buNone/>
              <a:defRPr sz="630" b="1"/>
            </a:lvl3pPr>
            <a:lvl4pPr marL="480060" indent="0">
              <a:buNone/>
              <a:defRPr sz="560" b="1"/>
            </a:lvl4pPr>
            <a:lvl5pPr marL="640080" indent="0">
              <a:buNone/>
              <a:defRPr sz="560" b="1"/>
            </a:lvl5pPr>
            <a:lvl6pPr marL="800100" indent="0">
              <a:buNone/>
              <a:defRPr sz="560" b="1"/>
            </a:lvl6pPr>
            <a:lvl7pPr marL="960120" indent="0">
              <a:buNone/>
              <a:defRPr sz="560" b="1"/>
            </a:lvl7pPr>
            <a:lvl8pPr marL="1120140" indent="0">
              <a:buNone/>
              <a:defRPr sz="560" b="1"/>
            </a:lvl8pPr>
            <a:lvl9pPr marL="1280160" indent="0">
              <a:buNone/>
              <a:defRPr sz="5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0445" y="1002030"/>
            <a:ext cx="1353919" cy="14738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20203" y="672465"/>
            <a:ext cx="1360587" cy="329565"/>
          </a:xfrm>
        </p:spPr>
        <p:txBody>
          <a:bodyPr anchor="b"/>
          <a:lstStyle>
            <a:lvl1pPr marL="0" indent="0">
              <a:buNone/>
              <a:defRPr sz="840" b="1"/>
            </a:lvl1pPr>
            <a:lvl2pPr marL="160020" indent="0">
              <a:buNone/>
              <a:defRPr sz="700" b="1"/>
            </a:lvl2pPr>
            <a:lvl3pPr marL="320040" indent="0">
              <a:buNone/>
              <a:defRPr sz="630" b="1"/>
            </a:lvl3pPr>
            <a:lvl4pPr marL="480060" indent="0">
              <a:buNone/>
              <a:defRPr sz="560" b="1"/>
            </a:lvl4pPr>
            <a:lvl5pPr marL="640080" indent="0">
              <a:buNone/>
              <a:defRPr sz="560" b="1"/>
            </a:lvl5pPr>
            <a:lvl6pPr marL="800100" indent="0">
              <a:buNone/>
              <a:defRPr sz="560" b="1"/>
            </a:lvl6pPr>
            <a:lvl7pPr marL="960120" indent="0">
              <a:buNone/>
              <a:defRPr sz="560" b="1"/>
            </a:lvl7pPr>
            <a:lvl8pPr marL="1120140" indent="0">
              <a:buNone/>
              <a:defRPr sz="560" b="1"/>
            </a:lvl8pPr>
            <a:lvl9pPr marL="1280160" indent="0">
              <a:buNone/>
              <a:defRPr sz="5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20203" y="1002030"/>
            <a:ext cx="1360587" cy="14738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117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500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450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445" y="182880"/>
            <a:ext cx="1032212" cy="640080"/>
          </a:xfrm>
        </p:spPr>
        <p:txBody>
          <a:bodyPr anchor="b"/>
          <a:lstStyle>
            <a:lvl1pPr>
              <a:defRPr sz="11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0587" y="394971"/>
            <a:ext cx="1620203" cy="1949450"/>
          </a:xfrm>
        </p:spPr>
        <p:txBody>
          <a:bodyPr/>
          <a:lstStyle>
            <a:lvl1pPr>
              <a:defRPr sz="1120"/>
            </a:lvl1pPr>
            <a:lvl2pPr>
              <a:defRPr sz="980"/>
            </a:lvl2pPr>
            <a:lvl3pPr>
              <a:defRPr sz="840"/>
            </a:lvl3pPr>
            <a:lvl4pPr>
              <a:defRPr sz="700"/>
            </a:lvl4pPr>
            <a:lvl5pPr>
              <a:defRPr sz="700"/>
            </a:lvl5pPr>
            <a:lvl6pPr>
              <a:defRPr sz="700"/>
            </a:lvl6pPr>
            <a:lvl7pPr>
              <a:defRPr sz="700"/>
            </a:lvl7pPr>
            <a:lvl8pPr>
              <a:defRPr sz="700"/>
            </a:lvl8pPr>
            <a:lvl9pPr>
              <a:defRPr sz="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0445" y="822960"/>
            <a:ext cx="1032212" cy="1524635"/>
          </a:xfrm>
        </p:spPr>
        <p:txBody>
          <a:bodyPr/>
          <a:lstStyle>
            <a:lvl1pPr marL="0" indent="0">
              <a:buNone/>
              <a:defRPr sz="560"/>
            </a:lvl1pPr>
            <a:lvl2pPr marL="160020" indent="0">
              <a:buNone/>
              <a:defRPr sz="490"/>
            </a:lvl2pPr>
            <a:lvl3pPr marL="320040" indent="0">
              <a:buNone/>
              <a:defRPr sz="420"/>
            </a:lvl3pPr>
            <a:lvl4pPr marL="480060" indent="0">
              <a:buNone/>
              <a:defRPr sz="350"/>
            </a:lvl4pPr>
            <a:lvl5pPr marL="640080" indent="0">
              <a:buNone/>
              <a:defRPr sz="350"/>
            </a:lvl5pPr>
            <a:lvl6pPr marL="800100" indent="0">
              <a:buNone/>
              <a:defRPr sz="350"/>
            </a:lvl6pPr>
            <a:lvl7pPr marL="960120" indent="0">
              <a:buNone/>
              <a:defRPr sz="350"/>
            </a:lvl7pPr>
            <a:lvl8pPr marL="1120140" indent="0">
              <a:buNone/>
              <a:defRPr sz="350"/>
            </a:lvl8pPr>
            <a:lvl9pPr marL="1280160" indent="0">
              <a:buNone/>
              <a:defRPr sz="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2482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445" y="182880"/>
            <a:ext cx="1032212" cy="640080"/>
          </a:xfrm>
        </p:spPr>
        <p:txBody>
          <a:bodyPr anchor="b"/>
          <a:lstStyle>
            <a:lvl1pPr>
              <a:defRPr sz="11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60587" y="394971"/>
            <a:ext cx="1620203" cy="1949450"/>
          </a:xfrm>
        </p:spPr>
        <p:txBody>
          <a:bodyPr anchor="t"/>
          <a:lstStyle>
            <a:lvl1pPr marL="0" indent="0">
              <a:buNone/>
              <a:defRPr sz="1120"/>
            </a:lvl1pPr>
            <a:lvl2pPr marL="160020" indent="0">
              <a:buNone/>
              <a:defRPr sz="980"/>
            </a:lvl2pPr>
            <a:lvl3pPr marL="320040" indent="0">
              <a:buNone/>
              <a:defRPr sz="840"/>
            </a:lvl3pPr>
            <a:lvl4pPr marL="480060" indent="0">
              <a:buNone/>
              <a:defRPr sz="700"/>
            </a:lvl4pPr>
            <a:lvl5pPr marL="640080" indent="0">
              <a:buNone/>
              <a:defRPr sz="700"/>
            </a:lvl5pPr>
            <a:lvl6pPr marL="800100" indent="0">
              <a:buNone/>
              <a:defRPr sz="700"/>
            </a:lvl6pPr>
            <a:lvl7pPr marL="960120" indent="0">
              <a:buNone/>
              <a:defRPr sz="700"/>
            </a:lvl7pPr>
            <a:lvl8pPr marL="1120140" indent="0">
              <a:buNone/>
              <a:defRPr sz="700"/>
            </a:lvl8pPr>
            <a:lvl9pPr marL="1280160" indent="0">
              <a:buNone/>
              <a:defRPr sz="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0445" y="822960"/>
            <a:ext cx="1032212" cy="1524635"/>
          </a:xfrm>
        </p:spPr>
        <p:txBody>
          <a:bodyPr/>
          <a:lstStyle>
            <a:lvl1pPr marL="0" indent="0">
              <a:buNone/>
              <a:defRPr sz="560"/>
            </a:lvl1pPr>
            <a:lvl2pPr marL="160020" indent="0">
              <a:buNone/>
              <a:defRPr sz="490"/>
            </a:lvl2pPr>
            <a:lvl3pPr marL="320040" indent="0">
              <a:buNone/>
              <a:defRPr sz="420"/>
            </a:lvl3pPr>
            <a:lvl4pPr marL="480060" indent="0">
              <a:buNone/>
              <a:defRPr sz="350"/>
            </a:lvl4pPr>
            <a:lvl5pPr marL="640080" indent="0">
              <a:buNone/>
              <a:defRPr sz="350"/>
            </a:lvl5pPr>
            <a:lvl6pPr marL="800100" indent="0">
              <a:buNone/>
              <a:defRPr sz="350"/>
            </a:lvl6pPr>
            <a:lvl7pPr marL="960120" indent="0">
              <a:buNone/>
              <a:defRPr sz="350"/>
            </a:lvl7pPr>
            <a:lvl8pPr marL="1120140" indent="0">
              <a:buNone/>
              <a:defRPr sz="350"/>
            </a:lvl8pPr>
            <a:lvl9pPr marL="1280160" indent="0">
              <a:buNone/>
              <a:defRPr sz="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268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789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290287" y="146050"/>
            <a:ext cx="690086" cy="2324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0028" y="146050"/>
            <a:ext cx="2030254" cy="232473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340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0028" y="146051"/>
            <a:ext cx="2760345" cy="530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028" y="730250"/>
            <a:ext cx="2760345" cy="17405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0028" y="2542541"/>
            <a:ext cx="72009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7368AD-DD27-43A5-BA00-A130851D847D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0133" y="2542541"/>
            <a:ext cx="1080135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60283" y="2542541"/>
            <a:ext cx="72009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071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320040" rtl="0" eaLnBrk="1" latinLnBrk="0" hangingPunct="1">
        <a:lnSpc>
          <a:spcPct val="90000"/>
        </a:lnSpc>
        <a:spcBef>
          <a:spcPct val="0"/>
        </a:spcBef>
        <a:buNone/>
        <a:defRPr sz="15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0010" indent="-80010" algn="l" defTabSz="32004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sz="980" kern="1200">
          <a:solidFill>
            <a:schemeClr val="tx1"/>
          </a:solidFill>
          <a:latin typeface="+mn-lt"/>
          <a:ea typeface="+mn-ea"/>
          <a:cs typeface="+mn-cs"/>
        </a:defRPr>
      </a:lvl1pPr>
      <a:lvl2pPr marL="240030" indent="-80010" algn="l" defTabSz="320040" rtl="0" eaLnBrk="1" latinLnBrk="0" hangingPunct="1">
        <a:lnSpc>
          <a:spcPct val="90000"/>
        </a:lnSpc>
        <a:spcBef>
          <a:spcPts val="175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2pPr>
      <a:lvl3pPr marL="400050" indent="-80010" algn="l" defTabSz="320040" rtl="0" eaLnBrk="1" latinLnBrk="0" hangingPunct="1">
        <a:lnSpc>
          <a:spcPct val="90000"/>
        </a:lnSpc>
        <a:spcBef>
          <a:spcPts val="175"/>
        </a:spcBef>
        <a:buFont typeface="Arial" panose="020B0604020202020204" pitchFamily="34" charset="0"/>
        <a:buChar char="•"/>
        <a:defRPr sz="700" kern="1200">
          <a:solidFill>
            <a:schemeClr val="tx1"/>
          </a:solidFill>
          <a:latin typeface="+mn-lt"/>
          <a:ea typeface="+mn-ea"/>
          <a:cs typeface="+mn-cs"/>
        </a:defRPr>
      </a:lvl3pPr>
      <a:lvl4pPr marL="560070" indent="-80010" algn="l" defTabSz="320040" rtl="0" eaLnBrk="1" latinLnBrk="0" hangingPunct="1">
        <a:lnSpc>
          <a:spcPct val="90000"/>
        </a:lnSpc>
        <a:spcBef>
          <a:spcPts val="175"/>
        </a:spcBef>
        <a:buFont typeface="Arial" panose="020B0604020202020204" pitchFamily="34" charset="0"/>
        <a:buChar char="•"/>
        <a:defRPr sz="630" kern="1200">
          <a:solidFill>
            <a:schemeClr val="tx1"/>
          </a:solidFill>
          <a:latin typeface="+mn-lt"/>
          <a:ea typeface="+mn-ea"/>
          <a:cs typeface="+mn-cs"/>
        </a:defRPr>
      </a:lvl4pPr>
      <a:lvl5pPr marL="720090" indent="-80010" algn="l" defTabSz="320040" rtl="0" eaLnBrk="1" latinLnBrk="0" hangingPunct="1">
        <a:lnSpc>
          <a:spcPct val="90000"/>
        </a:lnSpc>
        <a:spcBef>
          <a:spcPts val="175"/>
        </a:spcBef>
        <a:buFont typeface="Arial" panose="020B0604020202020204" pitchFamily="34" charset="0"/>
        <a:buChar char="•"/>
        <a:defRPr sz="630" kern="1200">
          <a:solidFill>
            <a:schemeClr val="tx1"/>
          </a:solidFill>
          <a:latin typeface="+mn-lt"/>
          <a:ea typeface="+mn-ea"/>
          <a:cs typeface="+mn-cs"/>
        </a:defRPr>
      </a:lvl5pPr>
      <a:lvl6pPr marL="880110" indent="-80010" algn="l" defTabSz="320040" rtl="0" eaLnBrk="1" latinLnBrk="0" hangingPunct="1">
        <a:lnSpc>
          <a:spcPct val="90000"/>
        </a:lnSpc>
        <a:spcBef>
          <a:spcPts val="175"/>
        </a:spcBef>
        <a:buFont typeface="Arial" panose="020B0604020202020204" pitchFamily="34" charset="0"/>
        <a:buChar char="•"/>
        <a:defRPr sz="630" kern="1200">
          <a:solidFill>
            <a:schemeClr val="tx1"/>
          </a:solidFill>
          <a:latin typeface="+mn-lt"/>
          <a:ea typeface="+mn-ea"/>
          <a:cs typeface="+mn-cs"/>
        </a:defRPr>
      </a:lvl6pPr>
      <a:lvl7pPr marL="1040130" indent="-80010" algn="l" defTabSz="320040" rtl="0" eaLnBrk="1" latinLnBrk="0" hangingPunct="1">
        <a:lnSpc>
          <a:spcPct val="90000"/>
        </a:lnSpc>
        <a:spcBef>
          <a:spcPts val="175"/>
        </a:spcBef>
        <a:buFont typeface="Arial" panose="020B0604020202020204" pitchFamily="34" charset="0"/>
        <a:buChar char="•"/>
        <a:defRPr sz="630" kern="1200">
          <a:solidFill>
            <a:schemeClr val="tx1"/>
          </a:solidFill>
          <a:latin typeface="+mn-lt"/>
          <a:ea typeface="+mn-ea"/>
          <a:cs typeface="+mn-cs"/>
        </a:defRPr>
      </a:lvl7pPr>
      <a:lvl8pPr marL="1200150" indent="-80010" algn="l" defTabSz="320040" rtl="0" eaLnBrk="1" latinLnBrk="0" hangingPunct="1">
        <a:lnSpc>
          <a:spcPct val="90000"/>
        </a:lnSpc>
        <a:spcBef>
          <a:spcPts val="175"/>
        </a:spcBef>
        <a:buFont typeface="Arial" panose="020B0604020202020204" pitchFamily="34" charset="0"/>
        <a:buChar char="•"/>
        <a:defRPr sz="630" kern="1200">
          <a:solidFill>
            <a:schemeClr val="tx1"/>
          </a:solidFill>
          <a:latin typeface="+mn-lt"/>
          <a:ea typeface="+mn-ea"/>
          <a:cs typeface="+mn-cs"/>
        </a:defRPr>
      </a:lvl8pPr>
      <a:lvl9pPr marL="1360170" indent="-80010" algn="l" defTabSz="320040" rtl="0" eaLnBrk="1" latinLnBrk="0" hangingPunct="1">
        <a:lnSpc>
          <a:spcPct val="90000"/>
        </a:lnSpc>
        <a:spcBef>
          <a:spcPts val="175"/>
        </a:spcBef>
        <a:buFont typeface="Arial" panose="020B0604020202020204" pitchFamily="34" charset="0"/>
        <a:buChar char="•"/>
        <a:defRPr sz="6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0040" rtl="0" eaLnBrk="1" latinLnBrk="0" hangingPunct="1">
        <a:defRPr sz="630" kern="1200">
          <a:solidFill>
            <a:schemeClr val="tx1"/>
          </a:solidFill>
          <a:latin typeface="+mn-lt"/>
          <a:ea typeface="+mn-ea"/>
          <a:cs typeface="+mn-cs"/>
        </a:defRPr>
      </a:lvl1pPr>
      <a:lvl2pPr marL="160020" algn="l" defTabSz="320040" rtl="0" eaLnBrk="1" latinLnBrk="0" hangingPunct="1">
        <a:defRPr sz="630" kern="1200">
          <a:solidFill>
            <a:schemeClr val="tx1"/>
          </a:solidFill>
          <a:latin typeface="+mn-lt"/>
          <a:ea typeface="+mn-ea"/>
          <a:cs typeface="+mn-cs"/>
        </a:defRPr>
      </a:lvl2pPr>
      <a:lvl3pPr marL="320040" algn="l" defTabSz="320040" rtl="0" eaLnBrk="1" latinLnBrk="0" hangingPunct="1">
        <a:defRPr sz="630" kern="1200">
          <a:solidFill>
            <a:schemeClr val="tx1"/>
          </a:solidFill>
          <a:latin typeface="+mn-lt"/>
          <a:ea typeface="+mn-ea"/>
          <a:cs typeface="+mn-cs"/>
        </a:defRPr>
      </a:lvl3pPr>
      <a:lvl4pPr marL="480060" algn="l" defTabSz="320040" rtl="0" eaLnBrk="1" latinLnBrk="0" hangingPunct="1">
        <a:defRPr sz="630" kern="1200">
          <a:solidFill>
            <a:schemeClr val="tx1"/>
          </a:solidFill>
          <a:latin typeface="+mn-lt"/>
          <a:ea typeface="+mn-ea"/>
          <a:cs typeface="+mn-cs"/>
        </a:defRPr>
      </a:lvl4pPr>
      <a:lvl5pPr marL="640080" algn="l" defTabSz="320040" rtl="0" eaLnBrk="1" latinLnBrk="0" hangingPunct="1">
        <a:defRPr sz="630" kern="1200">
          <a:solidFill>
            <a:schemeClr val="tx1"/>
          </a:solidFill>
          <a:latin typeface="+mn-lt"/>
          <a:ea typeface="+mn-ea"/>
          <a:cs typeface="+mn-cs"/>
        </a:defRPr>
      </a:lvl5pPr>
      <a:lvl6pPr marL="800100" algn="l" defTabSz="320040" rtl="0" eaLnBrk="1" latinLnBrk="0" hangingPunct="1">
        <a:defRPr sz="630" kern="1200">
          <a:solidFill>
            <a:schemeClr val="tx1"/>
          </a:solidFill>
          <a:latin typeface="+mn-lt"/>
          <a:ea typeface="+mn-ea"/>
          <a:cs typeface="+mn-cs"/>
        </a:defRPr>
      </a:lvl6pPr>
      <a:lvl7pPr marL="960120" algn="l" defTabSz="320040" rtl="0" eaLnBrk="1" latinLnBrk="0" hangingPunct="1">
        <a:defRPr sz="630" kern="1200">
          <a:solidFill>
            <a:schemeClr val="tx1"/>
          </a:solidFill>
          <a:latin typeface="+mn-lt"/>
          <a:ea typeface="+mn-ea"/>
          <a:cs typeface="+mn-cs"/>
        </a:defRPr>
      </a:lvl7pPr>
      <a:lvl8pPr marL="1120140" algn="l" defTabSz="320040" rtl="0" eaLnBrk="1" latinLnBrk="0" hangingPunct="1">
        <a:defRPr sz="630" kern="1200">
          <a:solidFill>
            <a:schemeClr val="tx1"/>
          </a:solidFill>
          <a:latin typeface="+mn-lt"/>
          <a:ea typeface="+mn-ea"/>
          <a:cs typeface="+mn-cs"/>
        </a:defRPr>
      </a:lvl8pPr>
      <a:lvl9pPr marL="1280160" algn="l" defTabSz="320040" rtl="0" eaLnBrk="1" latinLnBrk="0" hangingPunct="1">
        <a:defRPr sz="6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5EC4604-F06A-3B75-AAA0-BB97522170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2004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0840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27C3CF-E2B0-CB20-5293-557994BB68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2004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9152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D81136-05AF-5454-8735-F32C9A8229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2004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518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C700923-A180-321D-790A-3C0E4057F4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2004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742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F24072-8E78-5D94-265B-F2A87784CE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2004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4759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21</TotalTime>
  <Words>0</Words>
  <Application>Microsoft Office PowerPoint</Application>
  <PresentationFormat>Custom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Rayehe Karimi Mahabadi, Ph.D.</dc:creator>
  <cp:lastModifiedBy>Rayehe Karimi Mahabadi, Ph.D.</cp:lastModifiedBy>
  <cp:revision>15</cp:revision>
  <dcterms:created xsi:type="dcterms:W3CDTF">2023-12-19T23:23:17Z</dcterms:created>
  <dcterms:modified xsi:type="dcterms:W3CDTF">2024-04-02T19:39:07Z</dcterms:modified>
</cp:coreProperties>
</file>