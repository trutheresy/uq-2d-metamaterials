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36576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94660"/>
  </p:normalViewPr>
  <p:slideViewPr>
    <p:cSldViewPr snapToGrid="0">
      <p:cViewPr varScale="1">
        <p:scale>
          <a:sx n="218" d="100"/>
          <a:sy n="218" d="100"/>
        </p:scale>
        <p:origin x="154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448945"/>
            <a:ext cx="310896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440815"/>
            <a:ext cx="27432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2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683896"/>
            <a:ext cx="315468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835786"/>
            <a:ext cx="315468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1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730250"/>
            <a:ext cx="15544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730250"/>
            <a:ext cx="15544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7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46051"/>
            <a:ext cx="315468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672465"/>
            <a:ext cx="154733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002030"/>
            <a:ext cx="154733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672465"/>
            <a:ext cx="155495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002030"/>
            <a:ext cx="155495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3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5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5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394971"/>
            <a:ext cx="185166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4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394971"/>
            <a:ext cx="185166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49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29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46050"/>
            <a:ext cx="788670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46050"/>
            <a:ext cx="2320290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6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46051"/>
            <a:ext cx="315468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730250"/>
            <a:ext cx="315468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542541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0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976E42-A43F-45FF-F20F-BB27F53DE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FE17E4-6A5C-FA0B-DAFD-864D6434E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E3301E-7C81-8947-D9E6-B57B6AAA4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7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FBC9FD-0174-E75D-E432-148900491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9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9</cp:revision>
  <dcterms:created xsi:type="dcterms:W3CDTF">2023-12-19T23:23:17Z</dcterms:created>
  <dcterms:modified xsi:type="dcterms:W3CDTF">2024-01-10T03:35:27Z</dcterms:modified>
</cp:coreProperties>
</file>