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</p:sldIdLst>
  <p:sldSz cx="2743200" cy="2286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296" d="100"/>
          <a:sy n="296" d="100"/>
        </p:scale>
        <p:origin x="264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374121"/>
            <a:ext cx="2331720" cy="795867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200679"/>
            <a:ext cx="2057400" cy="551921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3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05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569913"/>
            <a:ext cx="2366010" cy="950912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529822"/>
            <a:ext cx="2366010" cy="500062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608542"/>
            <a:ext cx="11658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608542"/>
            <a:ext cx="11658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35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21709"/>
            <a:ext cx="236601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560388"/>
            <a:ext cx="1160502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835025"/>
            <a:ext cx="1160502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560388"/>
            <a:ext cx="1166217" cy="274637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835025"/>
            <a:ext cx="1166217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1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59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7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52400"/>
            <a:ext cx="884753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29142"/>
            <a:ext cx="1388745" cy="1624542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685800"/>
            <a:ext cx="884753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3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52400"/>
            <a:ext cx="884753" cy="53340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29142"/>
            <a:ext cx="1388745" cy="1624542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685800"/>
            <a:ext cx="884753" cy="1270529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31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08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21709"/>
            <a:ext cx="591503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21709"/>
            <a:ext cx="1740218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21709"/>
            <a:ext cx="236601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608542"/>
            <a:ext cx="236601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118784"/>
            <a:ext cx="6172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118784"/>
            <a:ext cx="92583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118784"/>
            <a:ext cx="6172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92731D-36A5-5486-529F-551146329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949881-9822-445C-92D1-7E6A835A8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78AC7-8226-6987-BC37-62034ED2E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78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7</cp:revision>
  <dcterms:created xsi:type="dcterms:W3CDTF">2023-12-19T23:23:17Z</dcterms:created>
  <dcterms:modified xsi:type="dcterms:W3CDTF">2024-04-02T20:12:17Z</dcterms:modified>
</cp:coreProperties>
</file>