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56" r:id="rId2"/>
    <p:sldId id="257" r:id="rId3"/>
    <p:sldId id="258" r:id="rId4"/>
  </p:sldIdLst>
  <p:sldSz cx="2743200" cy="2286000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763" autoAdjust="0"/>
    <p:restoredTop sz="94660"/>
  </p:normalViewPr>
  <p:slideViewPr>
    <p:cSldViewPr snapToGrid="0">
      <p:cViewPr varScale="1">
        <p:scale>
          <a:sx n="296" d="100"/>
          <a:sy n="296" d="100"/>
        </p:scale>
        <p:origin x="2640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5740" y="374121"/>
            <a:ext cx="2331720" cy="795867"/>
          </a:xfrm>
        </p:spPr>
        <p:txBody>
          <a:bodyPr anchor="b"/>
          <a:lstStyle>
            <a:lvl1pPr algn="ctr">
              <a:defRPr sz="1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42900" y="1200679"/>
            <a:ext cx="2057400" cy="551921"/>
          </a:xfrm>
        </p:spPr>
        <p:txBody>
          <a:bodyPr/>
          <a:lstStyle>
            <a:lvl1pPr marL="0" indent="0" algn="ctr">
              <a:buNone/>
              <a:defRPr sz="720"/>
            </a:lvl1pPr>
            <a:lvl2pPr marL="137160" indent="0" algn="ctr">
              <a:buNone/>
              <a:defRPr sz="600"/>
            </a:lvl2pPr>
            <a:lvl3pPr marL="274320" indent="0" algn="ctr">
              <a:buNone/>
              <a:defRPr sz="540"/>
            </a:lvl3pPr>
            <a:lvl4pPr marL="411480" indent="0" algn="ctr">
              <a:buNone/>
              <a:defRPr sz="480"/>
            </a:lvl4pPr>
            <a:lvl5pPr marL="548640" indent="0" algn="ctr">
              <a:buNone/>
              <a:defRPr sz="480"/>
            </a:lvl5pPr>
            <a:lvl6pPr marL="685800" indent="0" algn="ctr">
              <a:buNone/>
              <a:defRPr sz="480"/>
            </a:lvl6pPr>
            <a:lvl7pPr marL="822960" indent="0" algn="ctr">
              <a:buNone/>
              <a:defRPr sz="480"/>
            </a:lvl7pPr>
            <a:lvl8pPr marL="960120" indent="0" algn="ctr">
              <a:buNone/>
              <a:defRPr sz="480"/>
            </a:lvl8pPr>
            <a:lvl9pPr marL="1097280" indent="0" algn="ctr">
              <a:buNone/>
              <a:defRPr sz="48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4/2/2024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3780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4/2/2024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240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7166" y="569913"/>
            <a:ext cx="2366010" cy="950912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7166" y="1529822"/>
            <a:ext cx="2366010" cy="500062"/>
          </a:xfrm>
        </p:spPr>
        <p:txBody>
          <a:bodyPr/>
          <a:lstStyle>
            <a:lvl1pPr marL="0" indent="0">
              <a:buNone/>
              <a:defRPr sz="720">
                <a:solidFill>
                  <a:schemeClr val="tx1"/>
                </a:solidFill>
              </a:defRPr>
            </a:lvl1pPr>
            <a:lvl2pPr marL="137160" indent="0">
              <a:buNone/>
              <a:defRPr sz="600">
                <a:solidFill>
                  <a:schemeClr val="tx1">
                    <a:tint val="75000"/>
                  </a:schemeClr>
                </a:solidFill>
              </a:defRPr>
            </a:lvl2pPr>
            <a:lvl3pPr marL="274320" indent="0">
              <a:buNone/>
              <a:defRPr sz="540">
                <a:solidFill>
                  <a:schemeClr val="tx1">
                    <a:tint val="75000"/>
                  </a:schemeClr>
                </a:solidFill>
              </a:defRPr>
            </a:lvl3pPr>
            <a:lvl4pPr marL="411480" indent="0">
              <a:buNone/>
              <a:defRPr sz="480">
                <a:solidFill>
                  <a:schemeClr val="tx1">
                    <a:tint val="75000"/>
                  </a:schemeClr>
                </a:solidFill>
              </a:defRPr>
            </a:lvl4pPr>
            <a:lvl5pPr marL="548640" indent="0">
              <a:buNone/>
              <a:defRPr sz="480">
                <a:solidFill>
                  <a:schemeClr val="tx1">
                    <a:tint val="75000"/>
                  </a:schemeClr>
                </a:solidFill>
              </a:defRPr>
            </a:lvl5pPr>
            <a:lvl6pPr marL="685800" indent="0">
              <a:buNone/>
              <a:defRPr sz="480">
                <a:solidFill>
                  <a:schemeClr val="tx1">
                    <a:tint val="75000"/>
                  </a:schemeClr>
                </a:solidFill>
              </a:defRPr>
            </a:lvl6pPr>
            <a:lvl7pPr marL="822960" indent="0">
              <a:buNone/>
              <a:defRPr sz="480">
                <a:solidFill>
                  <a:schemeClr val="tx1">
                    <a:tint val="75000"/>
                  </a:schemeClr>
                </a:solidFill>
              </a:defRPr>
            </a:lvl7pPr>
            <a:lvl8pPr marL="960120" indent="0">
              <a:buNone/>
              <a:defRPr sz="480">
                <a:solidFill>
                  <a:schemeClr val="tx1">
                    <a:tint val="75000"/>
                  </a:schemeClr>
                </a:solidFill>
              </a:defRPr>
            </a:lvl8pPr>
            <a:lvl9pPr marL="1097280" indent="0">
              <a:buNone/>
              <a:defRPr sz="4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4/2/2024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2270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88595" y="608542"/>
            <a:ext cx="1165860" cy="14504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88745" y="608542"/>
            <a:ext cx="1165860" cy="14504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4/2/2024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6490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952" y="121709"/>
            <a:ext cx="2366010" cy="44185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8953" y="560388"/>
            <a:ext cx="1160502" cy="274637"/>
          </a:xfrm>
        </p:spPr>
        <p:txBody>
          <a:bodyPr anchor="b"/>
          <a:lstStyle>
            <a:lvl1pPr marL="0" indent="0">
              <a:buNone/>
              <a:defRPr sz="720" b="1"/>
            </a:lvl1pPr>
            <a:lvl2pPr marL="137160" indent="0">
              <a:buNone/>
              <a:defRPr sz="600" b="1"/>
            </a:lvl2pPr>
            <a:lvl3pPr marL="274320" indent="0">
              <a:buNone/>
              <a:defRPr sz="540" b="1"/>
            </a:lvl3pPr>
            <a:lvl4pPr marL="411480" indent="0">
              <a:buNone/>
              <a:defRPr sz="480" b="1"/>
            </a:lvl4pPr>
            <a:lvl5pPr marL="548640" indent="0">
              <a:buNone/>
              <a:defRPr sz="480" b="1"/>
            </a:lvl5pPr>
            <a:lvl6pPr marL="685800" indent="0">
              <a:buNone/>
              <a:defRPr sz="480" b="1"/>
            </a:lvl6pPr>
            <a:lvl7pPr marL="822960" indent="0">
              <a:buNone/>
              <a:defRPr sz="480" b="1"/>
            </a:lvl7pPr>
            <a:lvl8pPr marL="960120" indent="0">
              <a:buNone/>
              <a:defRPr sz="480" b="1"/>
            </a:lvl8pPr>
            <a:lvl9pPr marL="1097280" indent="0">
              <a:buNone/>
              <a:defRPr sz="4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8953" y="835025"/>
            <a:ext cx="1160502" cy="12281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388745" y="560388"/>
            <a:ext cx="1166217" cy="274637"/>
          </a:xfrm>
        </p:spPr>
        <p:txBody>
          <a:bodyPr anchor="b"/>
          <a:lstStyle>
            <a:lvl1pPr marL="0" indent="0">
              <a:buNone/>
              <a:defRPr sz="720" b="1"/>
            </a:lvl1pPr>
            <a:lvl2pPr marL="137160" indent="0">
              <a:buNone/>
              <a:defRPr sz="600" b="1"/>
            </a:lvl2pPr>
            <a:lvl3pPr marL="274320" indent="0">
              <a:buNone/>
              <a:defRPr sz="540" b="1"/>
            </a:lvl3pPr>
            <a:lvl4pPr marL="411480" indent="0">
              <a:buNone/>
              <a:defRPr sz="480" b="1"/>
            </a:lvl4pPr>
            <a:lvl5pPr marL="548640" indent="0">
              <a:buNone/>
              <a:defRPr sz="480" b="1"/>
            </a:lvl5pPr>
            <a:lvl6pPr marL="685800" indent="0">
              <a:buNone/>
              <a:defRPr sz="480" b="1"/>
            </a:lvl6pPr>
            <a:lvl7pPr marL="822960" indent="0">
              <a:buNone/>
              <a:defRPr sz="480" b="1"/>
            </a:lvl7pPr>
            <a:lvl8pPr marL="960120" indent="0">
              <a:buNone/>
              <a:defRPr sz="480" b="1"/>
            </a:lvl8pPr>
            <a:lvl9pPr marL="1097280" indent="0">
              <a:buNone/>
              <a:defRPr sz="4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388745" y="835025"/>
            <a:ext cx="1166217" cy="12281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4/2/2024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2079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4/2/2024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5731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4/2/2024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1747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953" y="152400"/>
            <a:ext cx="884753" cy="533400"/>
          </a:xfrm>
        </p:spPr>
        <p:txBody>
          <a:bodyPr anchor="b"/>
          <a:lstStyle>
            <a:lvl1pPr>
              <a:defRPr sz="9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66217" y="329142"/>
            <a:ext cx="1388745" cy="1624542"/>
          </a:xfrm>
        </p:spPr>
        <p:txBody>
          <a:bodyPr/>
          <a:lstStyle>
            <a:lvl1pPr>
              <a:defRPr sz="960"/>
            </a:lvl1pPr>
            <a:lvl2pPr>
              <a:defRPr sz="840"/>
            </a:lvl2pPr>
            <a:lvl3pPr>
              <a:defRPr sz="720"/>
            </a:lvl3pPr>
            <a:lvl4pPr>
              <a:defRPr sz="600"/>
            </a:lvl4pPr>
            <a:lvl5pPr>
              <a:defRPr sz="600"/>
            </a:lvl5pPr>
            <a:lvl6pPr>
              <a:defRPr sz="600"/>
            </a:lvl6pPr>
            <a:lvl7pPr>
              <a:defRPr sz="600"/>
            </a:lvl7pPr>
            <a:lvl8pPr>
              <a:defRPr sz="600"/>
            </a:lvl8pPr>
            <a:lvl9pPr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8953" y="685800"/>
            <a:ext cx="884753" cy="1270529"/>
          </a:xfrm>
        </p:spPr>
        <p:txBody>
          <a:bodyPr/>
          <a:lstStyle>
            <a:lvl1pPr marL="0" indent="0">
              <a:buNone/>
              <a:defRPr sz="480"/>
            </a:lvl1pPr>
            <a:lvl2pPr marL="137160" indent="0">
              <a:buNone/>
              <a:defRPr sz="420"/>
            </a:lvl2pPr>
            <a:lvl3pPr marL="274320" indent="0">
              <a:buNone/>
              <a:defRPr sz="360"/>
            </a:lvl3pPr>
            <a:lvl4pPr marL="411480" indent="0">
              <a:buNone/>
              <a:defRPr sz="300"/>
            </a:lvl4pPr>
            <a:lvl5pPr marL="548640" indent="0">
              <a:buNone/>
              <a:defRPr sz="300"/>
            </a:lvl5pPr>
            <a:lvl6pPr marL="685800" indent="0">
              <a:buNone/>
              <a:defRPr sz="300"/>
            </a:lvl6pPr>
            <a:lvl7pPr marL="822960" indent="0">
              <a:buNone/>
              <a:defRPr sz="300"/>
            </a:lvl7pPr>
            <a:lvl8pPr marL="960120" indent="0">
              <a:buNone/>
              <a:defRPr sz="300"/>
            </a:lvl8pPr>
            <a:lvl9pPr marL="1097280" indent="0">
              <a:buNone/>
              <a:defRPr sz="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4/2/2024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6111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953" y="152400"/>
            <a:ext cx="884753" cy="533400"/>
          </a:xfrm>
        </p:spPr>
        <p:txBody>
          <a:bodyPr anchor="b"/>
          <a:lstStyle>
            <a:lvl1pPr>
              <a:defRPr sz="9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6217" y="329142"/>
            <a:ext cx="1388745" cy="1624542"/>
          </a:xfrm>
        </p:spPr>
        <p:txBody>
          <a:bodyPr anchor="t"/>
          <a:lstStyle>
            <a:lvl1pPr marL="0" indent="0">
              <a:buNone/>
              <a:defRPr sz="960"/>
            </a:lvl1pPr>
            <a:lvl2pPr marL="137160" indent="0">
              <a:buNone/>
              <a:defRPr sz="840"/>
            </a:lvl2pPr>
            <a:lvl3pPr marL="274320" indent="0">
              <a:buNone/>
              <a:defRPr sz="720"/>
            </a:lvl3pPr>
            <a:lvl4pPr marL="411480" indent="0">
              <a:buNone/>
              <a:defRPr sz="600"/>
            </a:lvl4pPr>
            <a:lvl5pPr marL="548640" indent="0">
              <a:buNone/>
              <a:defRPr sz="600"/>
            </a:lvl5pPr>
            <a:lvl6pPr marL="685800" indent="0">
              <a:buNone/>
              <a:defRPr sz="600"/>
            </a:lvl6pPr>
            <a:lvl7pPr marL="822960" indent="0">
              <a:buNone/>
              <a:defRPr sz="600"/>
            </a:lvl7pPr>
            <a:lvl8pPr marL="960120" indent="0">
              <a:buNone/>
              <a:defRPr sz="600"/>
            </a:lvl8pPr>
            <a:lvl9pPr marL="1097280" indent="0">
              <a:buNone/>
              <a:defRPr sz="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8953" y="685800"/>
            <a:ext cx="884753" cy="1270529"/>
          </a:xfrm>
        </p:spPr>
        <p:txBody>
          <a:bodyPr/>
          <a:lstStyle>
            <a:lvl1pPr marL="0" indent="0">
              <a:buNone/>
              <a:defRPr sz="480"/>
            </a:lvl1pPr>
            <a:lvl2pPr marL="137160" indent="0">
              <a:buNone/>
              <a:defRPr sz="420"/>
            </a:lvl2pPr>
            <a:lvl3pPr marL="274320" indent="0">
              <a:buNone/>
              <a:defRPr sz="360"/>
            </a:lvl3pPr>
            <a:lvl4pPr marL="411480" indent="0">
              <a:buNone/>
              <a:defRPr sz="300"/>
            </a:lvl4pPr>
            <a:lvl5pPr marL="548640" indent="0">
              <a:buNone/>
              <a:defRPr sz="300"/>
            </a:lvl5pPr>
            <a:lvl6pPr marL="685800" indent="0">
              <a:buNone/>
              <a:defRPr sz="300"/>
            </a:lvl6pPr>
            <a:lvl7pPr marL="822960" indent="0">
              <a:buNone/>
              <a:defRPr sz="300"/>
            </a:lvl7pPr>
            <a:lvl8pPr marL="960120" indent="0">
              <a:buNone/>
              <a:defRPr sz="300"/>
            </a:lvl8pPr>
            <a:lvl9pPr marL="1097280" indent="0">
              <a:buNone/>
              <a:defRPr sz="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4/2/2024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1969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4/2/2024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5796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963102" y="121709"/>
            <a:ext cx="591503" cy="19372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88595" y="121709"/>
            <a:ext cx="1740218" cy="19372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4/2/2024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7730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88595" y="121709"/>
            <a:ext cx="2366010" cy="4418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8595" y="608542"/>
            <a:ext cx="2366010" cy="14504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88595" y="2118784"/>
            <a:ext cx="617220" cy="1217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7368AD-DD27-43A5-BA00-A130851D847D}" type="datetimeFigureOut">
              <a:rPr lang="en-US" smtClean="0"/>
              <a:t>4/2/2024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08685" y="2118784"/>
            <a:ext cx="925830" cy="1217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937385" y="2118784"/>
            <a:ext cx="617220" cy="1217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084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274320" rtl="0" eaLnBrk="1" latinLnBrk="0" hangingPunct="1">
        <a:lnSpc>
          <a:spcPct val="90000"/>
        </a:lnSpc>
        <a:spcBef>
          <a:spcPct val="0"/>
        </a:spcBef>
        <a:buNone/>
        <a:defRPr sz="13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8580" indent="-68580" algn="l" defTabSz="27432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840" kern="1200">
          <a:solidFill>
            <a:schemeClr val="tx1"/>
          </a:solidFill>
          <a:latin typeface="+mn-lt"/>
          <a:ea typeface="+mn-ea"/>
          <a:cs typeface="+mn-cs"/>
        </a:defRPr>
      </a:lvl1pPr>
      <a:lvl2pPr marL="205740" indent="-68580" algn="l" defTabSz="274320" rtl="0" eaLnBrk="1" latinLnBrk="0" hangingPunct="1">
        <a:lnSpc>
          <a:spcPct val="90000"/>
        </a:lnSpc>
        <a:spcBef>
          <a:spcPts val="15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2pPr>
      <a:lvl3pPr marL="342900" indent="-68580" algn="l" defTabSz="274320" rtl="0" eaLnBrk="1" latinLnBrk="0" hangingPunct="1">
        <a:lnSpc>
          <a:spcPct val="90000"/>
        </a:lnSpc>
        <a:spcBef>
          <a:spcPts val="150"/>
        </a:spcBef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3pPr>
      <a:lvl4pPr marL="480060" indent="-68580" algn="l" defTabSz="274320" rtl="0" eaLnBrk="1" latinLnBrk="0" hangingPunct="1">
        <a:lnSpc>
          <a:spcPct val="90000"/>
        </a:lnSpc>
        <a:spcBef>
          <a:spcPts val="150"/>
        </a:spcBef>
        <a:buFont typeface="Arial" panose="020B0604020202020204" pitchFamily="34" charset="0"/>
        <a:buChar char="•"/>
        <a:defRPr sz="540" kern="1200">
          <a:solidFill>
            <a:schemeClr val="tx1"/>
          </a:solidFill>
          <a:latin typeface="+mn-lt"/>
          <a:ea typeface="+mn-ea"/>
          <a:cs typeface="+mn-cs"/>
        </a:defRPr>
      </a:lvl4pPr>
      <a:lvl5pPr marL="617220" indent="-68580" algn="l" defTabSz="274320" rtl="0" eaLnBrk="1" latinLnBrk="0" hangingPunct="1">
        <a:lnSpc>
          <a:spcPct val="90000"/>
        </a:lnSpc>
        <a:spcBef>
          <a:spcPts val="150"/>
        </a:spcBef>
        <a:buFont typeface="Arial" panose="020B0604020202020204" pitchFamily="34" charset="0"/>
        <a:buChar char="•"/>
        <a:defRPr sz="540" kern="1200">
          <a:solidFill>
            <a:schemeClr val="tx1"/>
          </a:solidFill>
          <a:latin typeface="+mn-lt"/>
          <a:ea typeface="+mn-ea"/>
          <a:cs typeface="+mn-cs"/>
        </a:defRPr>
      </a:lvl5pPr>
      <a:lvl6pPr marL="754380" indent="-68580" algn="l" defTabSz="274320" rtl="0" eaLnBrk="1" latinLnBrk="0" hangingPunct="1">
        <a:lnSpc>
          <a:spcPct val="90000"/>
        </a:lnSpc>
        <a:spcBef>
          <a:spcPts val="150"/>
        </a:spcBef>
        <a:buFont typeface="Arial" panose="020B0604020202020204" pitchFamily="34" charset="0"/>
        <a:buChar char="•"/>
        <a:defRPr sz="540" kern="1200">
          <a:solidFill>
            <a:schemeClr val="tx1"/>
          </a:solidFill>
          <a:latin typeface="+mn-lt"/>
          <a:ea typeface="+mn-ea"/>
          <a:cs typeface="+mn-cs"/>
        </a:defRPr>
      </a:lvl6pPr>
      <a:lvl7pPr marL="891540" indent="-68580" algn="l" defTabSz="274320" rtl="0" eaLnBrk="1" latinLnBrk="0" hangingPunct="1">
        <a:lnSpc>
          <a:spcPct val="90000"/>
        </a:lnSpc>
        <a:spcBef>
          <a:spcPts val="150"/>
        </a:spcBef>
        <a:buFont typeface="Arial" panose="020B0604020202020204" pitchFamily="34" charset="0"/>
        <a:buChar char="•"/>
        <a:defRPr sz="540" kern="1200">
          <a:solidFill>
            <a:schemeClr val="tx1"/>
          </a:solidFill>
          <a:latin typeface="+mn-lt"/>
          <a:ea typeface="+mn-ea"/>
          <a:cs typeface="+mn-cs"/>
        </a:defRPr>
      </a:lvl7pPr>
      <a:lvl8pPr marL="1028700" indent="-68580" algn="l" defTabSz="274320" rtl="0" eaLnBrk="1" latinLnBrk="0" hangingPunct="1">
        <a:lnSpc>
          <a:spcPct val="90000"/>
        </a:lnSpc>
        <a:spcBef>
          <a:spcPts val="150"/>
        </a:spcBef>
        <a:buFont typeface="Arial" panose="020B0604020202020204" pitchFamily="34" charset="0"/>
        <a:buChar char="•"/>
        <a:defRPr sz="540" kern="1200">
          <a:solidFill>
            <a:schemeClr val="tx1"/>
          </a:solidFill>
          <a:latin typeface="+mn-lt"/>
          <a:ea typeface="+mn-ea"/>
          <a:cs typeface="+mn-cs"/>
        </a:defRPr>
      </a:lvl8pPr>
      <a:lvl9pPr marL="1165860" indent="-68580" algn="l" defTabSz="274320" rtl="0" eaLnBrk="1" latinLnBrk="0" hangingPunct="1">
        <a:lnSpc>
          <a:spcPct val="90000"/>
        </a:lnSpc>
        <a:spcBef>
          <a:spcPts val="150"/>
        </a:spcBef>
        <a:buFont typeface="Arial" panose="020B0604020202020204" pitchFamily="34" charset="0"/>
        <a:buChar char="•"/>
        <a:defRPr sz="5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74320" rtl="0" eaLnBrk="1" latinLnBrk="0" hangingPunct="1">
        <a:defRPr sz="54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" algn="l" defTabSz="274320" rtl="0" eaLnBrk="1" latinLnBrk="0" hangingPunct="1">
        <a:defRPr sz="540" kern="1200">
          <a:solidFill>
            <a:schemeClr val="tx1"/>
          </a:solidFill>
          <a:latin typeface="+mn-lt"/>
          <a:ea typeface="+mn-ea"/>
          <a:cs typeface="+mn-cs"/>
        </a:defRPr>
      </a:lvl2pPr>
      <a:lvl3pPr marL="274320" algn="l" defTabSz="274320" rtl="0" eaLnBrk="1" latinLnBrk="0" hangingPunct="1">
        <a:defRPr sz="540" kern="1200">
          <a:solidFill>
            <a:schemeClr val="tx1"/>
          </a:solidFill>
          <a:latin typeface="+mn-lt"/>
          <a:ea typeface="+mn-ea"/>
          <a:cs typeface="+mn-cs"/>
        </a:defRPr>
      </a:lvl3pPr>
      <a:lvl4pPr marL="411480" algn="l" defTabSz="274320" rtl="0" eaLnBrk="1" latinLnBrk="0" hangingPunct="1">
        <a:defRPr sz="540" kern="1200">
          <a:solidFill>
            <a:schemeClr val="tx1"/>
          </a:solidFill>
          <a:latin typeface="+mn-lt"/>
          <a:ea typeface="+mn-ea"/>
          <a:cs typeface="+mn-cs"/>
        </a:defRPr>
      </a:lvl4pPr>
      <a:lvl5pPr marL="548640" algn="l" defTabSz="274320" rtl="0" eaLnBrk="1" latinLnBrk="0" hangingPunct="1">
        <a:defRPr sz="540" kern="1200">
          <a:solidFill>
            <a:schemeClr val="tx1"/>
          </a:solidFill>
          <a:latin typeface="+mn-lt"/>
          <a:ea typeface="+mn-ea"/>
          <a:cs typeface="+mn-cs"/>
        </a:defRPr>
      </a:lvl5pPr>
      <a:lvl6pPr marL="685800" algn="l" defTabSz="274320" rtl="0" eaLnBrk="1" latinLnBrk="0" hangingPunct="1">
        <a:defRPr sz="540" kern="1200">
          <a:solidFill>
            <a:schemeClr val="tx1"/>
          </a:solidFill>
          <a:latin typeface="+mn-lt"/>
          <a:ea typeface="+mn-ea"/>
          <a:cs typeface="+mn-cs"/>
        </a:defRPr>
      </a:lvl6pPr>
      <a:lvl7pPr marL="822960" algn="l" defTabSz="274320" rtl="0" eaLnBrk="1" latinLnBrk="0" hangingPunct="1">
        <a:defRPr sz="540" kern="1200">
          <a:solidFill>
            <a:schemeClr val="tx1"/>
          </a:solidFill>
          <a:latin typeface="+mn-lt"/>
          <a:ea typeface="+mn-ea"/>
          <a:cs typeface="+mn-cs"/>
        </a:defRPr>
      </a:lvl7pPr>
      <a:lvl8pPr marL="960120" algn="l" defTabSz="274320" rtl="0" eaLnBrk="1" latinLnBrk="0" hangingPunct="1">
        <a:defRPr sz="540" kern="1200">
          <a:solidFill>
            <a:schemeClr val="tx1"/>
          </a:solidFill>
          <a:latin typeface="+mn-lt"/>
          <a:ea typeface="+mn-ea"/>
          <a:cs typeface="+mn-cs"/>
        </a:defRPr>
      </a:lvl8pPr>
      <a:lvl9pPr marL="1097280" algn="l" defTabSz="274320" rtl="0" eaLnBrk="1" latinLnBrk="0" hangingPunct="1">
        <a:defRPr sz="5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CF3FF57-6626-33A3-6DCE-991F87366A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743200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8682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9C6E2D1-0928-28E3-6CB3-8BC8271A9D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743200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93734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65A0571-DEC1-CE63-8CD4-4BF9D47764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743200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28789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19</TotalTime>
  <Words>0</Words>
  <Application>Microsoft Office PowerPoint</Application>
  <PresentationFormat>Custom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Rayehe Karimi Mahabadi, Ph.D.</dc:creator>
  <cp:lastModifiedBy>Rayehe Karimi Mahabadi, Ph.D.</cp:lastModifiedBy>
  <cp:revision>7</cp:revision>
  <dcterms:created xsi:type="dcterms:W3CDTF">2023-12-19T23:23:17Z</dcterms:created>
  <dcterms:modified xsi:type="dcterms:W3CDTF">2024-04-02T19:10:48Z</dcterms:modified>
</cp:coreProperties>
</file>