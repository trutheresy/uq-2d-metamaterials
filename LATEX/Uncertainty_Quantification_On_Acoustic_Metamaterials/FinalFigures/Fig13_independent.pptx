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840163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60"/>
  </p:normalViewPr>
  <p:slideViewPr>
    <p:cSldViewPr snapToGrid="0">
      <p:cViewPr varScale="1">
        <p:scale>
          <a:sx n="218" d="100"/>
          <a:sy n="218" d="100"/>
        </p:scale>
        <p:origin x="142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12" y="448945"/>
            <a:ext cx="3264139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21" y="1440815"/>
            <a:ext cx="2880122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3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2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11" y="683896"/>
            <a:ext cx="3312141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11" y="1835786"/>
            <a:ext cx="3312141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1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11" y="730250"/>
            <a:ext cx="1632069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083" y="730250"/>
            <a:ext cx="1632069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11" y="146051"/>
            <a:ext cx="3312141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12" y="672465"/>
            <a:ext cx="1624569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12" y="1002030"/>
            <a:ext cx="1624569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083" y="672465"/>
            <a:ext cx="1632569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083" y="1002030"/>
            <a:ext cx="1632569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1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3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11" y="182880"/>
            <a:ext cx="123855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569" y="394971"/>
            <a:ext cx="1944083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11" y="822960"/>
            <a:ext cx="123855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3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11" y="182880"/>
            <a:ext cx="1238553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569" y="394971"/>
            <a:ext cx="1944083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11" y="822960"/>
            <a:ext cx="1238553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2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117" y="146050"/>
            <a:ext cx="82803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12" y="146050"/>
            <a:ext cx="243610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11" y="146051"/>
            <a:ext cx="3312141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11" y="730250"/>
            <a:ext cx="3312141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11" y="2542541"/>
            <a:ext cx="86403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054" y="2542541"/>
            <a:ext cx="129605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115" y="2542541"/>
            <a:ext cx="86403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75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FBFDC-B249-E70A-0648-96876B5A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34C0AE-E0FF-32DC-9776-EEA5EBDE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F2E51A-1C06-FC50-46D6-1918B73A4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2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109FC-CCCB-56ED-909A-842ECD8C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0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EC0F6-D3E9-29F1-AB18-F13F9B09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20D49D-890D-A615-7C50-57E6DBE99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" y="0"/>
            <a:ext cx="3832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7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10</cp:revision>
  <dcterms:created xsi:type="dcterms:W3CDTF">2023-12-19T23:23:17Z</dcterms:created>
  <dcterms:modified xsi:type="dcterms:W3CDTF">2024-01-10T03:32:14Z</dcterms:modified>
</cp:coreProperties>
</file>