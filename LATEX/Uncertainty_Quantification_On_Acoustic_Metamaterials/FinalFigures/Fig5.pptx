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59" r:id="rId8"/>
  </p:sldIdLst>
  <p:sldSz cx="2286000" cy="2103438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58" autoAdjust="0"/>
    <p:restoredTop sz="94660"/>
  </p:normalViewPr>
  <p:slideViewPr>
    <p:cSldViewPr snapToGrid="0">
      <p:cViewPr varScale="1">
        <p:scale>
          <a:sx n="215" d="100"/>
          <a:sy n="215" d="100"/>
        </p:scale>
        <p:origin x="125" y="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1450" y="344243"/>
            <a:ext cx="1943100" cy="732308"/>
          </a:xfrm>
        </p:spPr>
        <p:txBody>
          <a:bodyPr anchor="b"/>
          <a:lstStyle>
            <a:lvl1pPr algn="ctr">
              <a:defRPr sz="1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5750" y="1104792"/>
            <a:ext cx="1714500" cy="507844"/>
          </a:xfrm>
        </p:spPr>
        <p:txBody>
          <a:bodyPr/>
          <a:lstStyle>
            <a:lvl1pPr marL="0" indent="0" algn="ctr">
              <a:buNone/>
              <a:defRPr sz="600"/>
            </a:lvl1pPr>
            <a:lvl2pPr marL="114300" indent="0" algn="ctr">
              <a:buNone/>
              <a:defRPr sz="500"/>
            </a:lvl2pPr>
            <a:lvl3pPr marL="228600" indent="0" algn="ctr">
              <a:buNone/>
              <a:defRPr sz="450"/>
            </a:lvl3pPr>
            <a:lvl4pPr marL="342900" indent="0" algn="ctr">
              <a:buNone/>
              <a:defRPr sz="400"/>
            </a:lvl4pPr>
            <a:lvl5pPr marL="457200" indent="0" algn="ctr">
              <a:buNone/>
              <a:defRPr sz="400"/>
            </a:lvl5pPr>
            <a:lvl6pPr marL="571500" indent="0" algn="ctr">
              <a:buNone/>
              <a:defRPr sz="400"/>
            </a:lvl6pPr>
            <a:lvl7pPr marL="685800" indent="0" algn="ctr">
              <a:buNone/>
              <a:defRPr sz="400"/>
            </a:lvl7pPr>
            <a:lvl8pPr marL="800100" indent="0" algn="ctr">
              <a:buNone/>
              <a:defRPr sz="400"/>
            </a:lvl8pPr>
            <a:lvl9pPr marL="914400" indent="0" algn="ctr">
              <a:buNone/>
              <a:defRPr sz="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259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750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972" y="524399"/>
            <a:ext cx="1971675" cy="874972"/>
          </a:xfrm>
        </p:spPr>
        <p:txBody>
          <a:bodyPr anchor="b"/>
          <a:lstStyle>
            <a:lvl1pPr>
              <a:defRPr sz="1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972" y="1407649"/>
            <a:ext cx="1971675" cy="460127"/>
          </a:xfrm>
        </p:spPr>
        <p:txBody>
          <a:bodyPr/>
          <a:lstStyle>
            <a:lvl1pPr marL="0" indent="0">
              <a:buNone/>
              <a:defRPr sz="600">
                <a:solidFill>
                  <a:schemeClr val="tx1"/>
                </a:solidFill>
              </a:defRPr>
            </a:lvl1pPr>
            <a:lvl2pPr marL="114300" indent="0">
              <a:buNone/>
              <a:defRPr sz="500">
                <a:solidFill>
                  <a:schemeClr val="tx1">
                    <a:tint val="75000"/>
                  </a:schemeClr>
                </a:solidFill>
              </a:defRPr>
            </a:lvl2pPr>
            <a:lvl3pPr marL="228600" indent="0">
              <a:buNone/>
              <a:defRPr sz="450">
                <a:solidFill>
                  <a:schemeClr val="tx1">
                    <a:tint val="75000"/>
                  </a:schemeClr>
                </a:solidFill>
              </a:defRPr>
            </a:lvl3pPr>
            <a:lvl4pPr marL="342900" indent="0">
              <a:buNone/>
              <a:defRPr sz="400">
                <a:solidFill>
                  <a:schemeClr val="tx1">
                    <a:tint val="75000"/>
                  </a:schemeClr>
                </a:solidFill>
              </a:defRPr>
            </a:lvl4pPr>
            <a:lvl5pPr marL="457200" indent="0">
              <a:buNone/>
              <a:defRPr sz="400">
                <a:solidFill>
                  <a:schemeClr val="tx1">
                    <a:tint val="75000"/>
                  </a:schemeClr>
                </a:solidFill>
              </a:defRPr>
            </a:lvl5pPr>
            <a:lvl6pPr marL="571500" indent="0">
              <a:buNone/>
              <a:defRPr sz="400">
                <a:solidFill>
                  <a:schemeClr val="tx1">
                    <a:tint val="75000"/>
                  </a:schemeClr>
                </a:solidFill>
              </a:defRPr>
            </a:lvl6pPr>
            <a:lvl7pPr marL="685800" indent="0">
              <a:buNone/>
              <a:defRPr sz="400">
                <a:solidFill>
                  <a:schemeClr val="tx1">
                    <a:tint val="75000"/>
                  </a:schemeClr>
                </a:solidFill>
              </a:defRPr>
            </a:lvl7pPr>
            <a:lvl8pPr marL="800100" indent="0">
              <a:buNone/>
              <a:defRPr sz="400">
                <a:solidFill>
                  <a:schemeClr val="tx1">
                    <a:tint val="75000"/>
                  </a:schemeClr>
                </a:solidFill>
              </a:defRPr>
            </a:lvl8pPr>
            <a:lvl9pPr marL="914400" indent="0">
              <a:buNone/>
              <a:defRPr sz="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888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7163" y="559943"/>
            <a:ext cx="971550" cy="133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7288" y="559943"/>
            <a:ext cx="971550" cy="133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463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60" y="111989"/>
            <a:ext cx="1971675" cy="4065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7461" y="515634"/>
            <a:ext cx="967085" cy="252705"/>
          </a:xfrm>
        </p:spPr>
        <p:txBody>
          <a:bodyPr anchor="b"/>
          <a:lstStyle>
            <a:lvl1pPr marL="0" indent="0">
              <a:buNone/>
              <a:defRPr sz="600" b="1"/>
            </a:lvl1pPr>
            <a:lvl2pPr marL="114300" indent="0">
              <a:buNone/>
              <a:defRPr sz="500" b="1"/>
            </a:lvl2pPr>
            <a:lvl3pPr marL="228600" indent="0">
              <a:buNone/>
              <a:defRPr sz="450" b="1"/>
            </a:lvl3pPr>
            <a:lvl4pPr marL="342900" indent="0">
              <a:buNone/>
              <a:defRPr sz="400" b="1"/>
            </a:lvl4pPr>
            <a:lvl5pPr marL="457200" indent="0">
              <a:buNone/>
              <a:defRPr sz="400" b="1"/>
            </a:lvl5pPr>
            <a:lvl6pPr marL="571500" indent="0">
              <a:buNone/>
              <a:defRPr sz="400" b="1"/>
            </a:lvl6pPr>
            <a:lvl7pPr marL="685800" indent="0">
              <a:buNone/>
              <a:defRPr sz="400" b="1"/>
            </a:lvl7pPr>
            <a:lvl8pPr marL="800100" indent="0">
              <a:buNone/>
              <a:defRPr sz="400" b="1"/>
            </a:lvl8pPr>
            <a:lvl9pPr marL="914400" indent="0">
              <a:buNone/>
              <a:defRPr sz="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7461" y="768339"/>
            <a:ext cx="967085" cy="1130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57288" y="515634"/>
            <a:ext cx="971848" cy="252705"/>
          </a:xfrm>
        </p:spPr>
        <p:txBody>
          <a:bodyPr anchor="b"/>
          <a:lstStyle>
            <a:lvl1pPr marL="0" indent="0">
              <a:buNone/>
              <a:defRPr sz="600" b="1"/>
            </a:lvl1pPr>
            <a:lvl2pPr marL="114300" indent="0">
              <a:buNone/>
              <a:defRPr sz="500" b="1"/>
            </a:lvl2pPr>
            <a:lvl3pPr marL="228600" indent="0">
              <a:buNone/>
              <a:defRPr sz="450" b="1"/>
            </a:lvl3pPr>
            <a:lvl4pPr marL="342900" indent="0">
              <a:buNone/>
              <a:defRPr sz="400" b="1"/>
            </a:lvl4pPr>
            <a:lvl5pPr marL="457200" indent="0">
              <a:buNone/>
              <a:defRPr sz="400" b="1"/>
            </a:lvl5pPr>
            <a:lvl6pPr marL="571500" indent="0">
              <a:buNone/>
              <a:defRPr sz="400" b="1"/>
            </a:lvl6pPr>
            <a:lvl7pPr marL="685800" indent="0">
              <a:buNone/>
              <a:defRPr sz="400" b="1"/>
            </a:lvl7pPr>
            <a:lvl8pPr marL="800100" indent="0">
              <a:buNone/>
              <a:defRPr sz="400" b="1"/>
            </a:lvl8pPr>
            <a:lvl9pPr marL="914400" indent="0">
              <a:buNone/>
              <a:defRPr sz="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57288" y="768339"/>
            <a:ext cx="971848" cy="1130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593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015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370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60" y="140229"/>
            <a:ext cx="737295" cy="490802"/>
          </a:xfrm>
        </p:spPr>
        <p:txBody>
          <a:bodyPr anchor="b"/>
          <a:lstStyle>
            <a:lvl1pPr>
              <a:defRPr sz="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847" y="302857"/>
            <a:ext cx="1157288" cy="1494804"/>
          </a:xfrm>
        </p:spPr>
        <p:txBody>
          <a:bodyPr/>
          <a:lstStyle>
            <a:lvl1pPr>
              <a:defRPr sz="800"/>
            </a:lvl1pPr>
            <a:lvl2pPr>
              <a:defRPr sz="700"/>
            </a:lvl2pPr>
            <a:lvl3pPr>
              <a:defRPr sz="600"/>
            </a:lvl3pPr>
            <a:lvl4pPr>
              <a:defRPr sz="500"/>
            </a:lvl4pPr>
            <a:lvl5pPr>
              <a:defRPr sz="500"/>
            </a:lvl5pPr>
            <a:lvl6pPr>
              <a:defRPr sz="500"/>
            </a:lvl6pPr>
            <a:lvl7pPr>
              <a:defRPr sz="500"/>
            </a:lvl7pPr>
            <a:lvl8pPr>
              <a:defRPr sz="500"/>
            </a:lvl8pPr>
            <a:lvl9pPr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7460" y="631031"/>
            <a:ext cx="737295" cy="1169064"/>
          </a:xfrm>
        </p:spPr>
        <p:txBody>
          <a:bodyPr/>
          <a:lstStyle>
            <a:lvl1pPr marL="0" indent="0">
              <a:buNone/>
              <a:defRPr sz="400"/>
            </a:lvl1pPr>
            <a:lvl2pPr marL="114300" indent="0">
              <a:buNone/>
              <a:defRPr sz="350"/>
            </a:lvl2pPr>
            <a:lvl3pPr marL="228600" indent="0">
              <a:buNone/>
              <a:defRPr sz="300"/>
            </a:lvl3pPr>
            <a:lvl4pPr marL="342900" indent="0">
              <a:buNone/>
              <a:defRPr sz="250"/>
            </a:lvl4pPr>
            <a:lvl5pPr marL="457200" indent="0">
              <a:buNone/>
              <a:defRPr sz="250"/>
            </a:lvl5pPr>
            <a:lvl6pPr marL="571500" indent="0">
              <a:buNone/>
              <a:defRPr sz="250"/>
            </a:lvl6pPr>
            <a:lvl7pPr marL="685800" indent="0">
              <a:buNone/>
              <a:defRPr sz="250"/>
            </a:lvl7pPr>
            <a:lvl8pPr marL="800100" indent="0">
              <a:buNone/>
              <a:defRPr sz="250"/>
            </a:lvl8pPr>
            <a:lvl9pPr marL="914400" indent="0">
              <a:buNone/>
              <a:defRPr sz="2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027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60" y="140229"/>
            <a:ext cx="737295" cy="490802"/>
          </a:xfrm>
        </p:spPr>
        <p:txBody>
          <a:bodyPr anchor="b"/>
          <a:lstStyle>
            <a:lvl1pPr>
              <a:defRPr sz="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71847" y="302857"/>
            <a:ext cx="1157288" cy="1494804"/>
          </a:xfrm>
        </p:spPr>
        <p:txBody>
          <a:bodyPr anchor="t"/>
          <a:lstStyle>
            <a:lvl1pPr marL="0" indent="0">
              <a:buNone/>
              <a:defRPr sz="800"/>
            </a:lvl1pPr>
            <a:lvl2pPr marL="114300" indent="0">
              <a:buNone/>
              <a:defRPr sz="700"/>
            </a:lvl2pPr>
            <a:lvl3pPr marL="228600" indent="0">
              <a:buNone/>
              <a:defRPr sz="600"/>
            </a:lvl3pPr>
            <a:lvl4pPr marL="342900" indent="0">
              <a:buNone/>
              <a:defRPr sz="500"/>
            </a:lvl4pPr>
            <a:lvl5pPr marL="457200" indent="0">
              <a:buNone/>
              <a:defRPr sz="500"/>
            </a:lvl5pPr>
            <a:lvl6pPr marL="571500" indent="0">
              <a:buNone/>
              <a:defRPr sz="500"/>
            </a:lvl6pPr>
            <a:lvl7pPr marL="685800" indent="0">
              <a:buNone/>
              <a:defRPr sz="500"/>
            </a:lvl7pPr>
            <a:lvl8pPr marL="800100" indent="0">
              <a:buNone/>
              <a:defRPr sz="500"/>
            </a:lvl8pPr>
            <a:lvl9pPr marL="914400" indent="0">
              <a:buNone/>
              <a:defRPr sz="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7460" y="631031"/>
            <a:ext cx="737295" cy="1169064"/>
          </a:xfrm>
        </p:spPr>
        <p:txBody>
          <a:bodyPr/>
          <a:lstStyle>
            <a:lvl1pPr marL="0" indent="0">
              <a:buNone/>
              <a:defRPr sz="400"/>
            </a:lvl1pPr>
            <a:lvl2pPr marL="114300" indent="0">
              <a:buNone/>
              <a:defRPr sz="350"/>
            </a:lvl2pPr>
            <a:lvl3pPr marL="228600" indent="0">
              <a:buNone/>
              <a:defRPr sz="300"/>
            </a:lvl3pPr>
            <a:lvl4pPr marL="342900" indent="0">
              <a:buNone/>
              <a:defRPr sz="250"/>
            </a:lvl4pPr>
            <a:lvl5pPr marL="457200" indent="0">
              <a:buNone/>
              <a:defRPr sz="250"/>
            </a:lvl5pPr>
            <a:lvl6pPr marL="571500" indent="0">
              <a:buNone/>
              <a:defRPr sz="250"/>
            </a:lvl6pPr>
            <a:lvl7pPr marL="685800" indent="0">
              <a:buNone/>
              <a:defRPr sz="250"/>
            </a:lvl7pPr>
            <a:lvl8pPr marL="800100" indent="0">
              <a:buNone/>
              <a:defRPr sz="250"/>
            </a:lvl8pPr>
            <a:lvl9pPr marL="914400" indent="0">
              <a:buNone/>
              <a:defRPr sz="2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991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219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635919" y="111989"/>
            <a:ext cx="492919" cy="17825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7163" y="111989"/>
            <a:ext cx="1450181" cy="178256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389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7163" y="111989"/>
            <a:ext cx="1971675" cy="4065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7163" y="559943"/>
            <a:ext cx="1971675" cy="1334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7163" y="1949576"/>
            <a:ext cx="514350" cy="1119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7368AD-DD27-43A5-BA00-A130851D847D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57238" y="1949576"/>
            <a:ext cx="771525" cy="1119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14488" y="1949576"/>
            <a:ext cx="514350" cy="1119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9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228600" rtl="0" eaLnBrk="1" latinLnBrk="0" hangingPunct="1">
        <a:lnSpc>
          <a:spcPct val="90000"/>
        </a:lnSpc>
        <a:spcBef>
          <a:spcPct val="0"/>
        </a:spcBef>
        <a:buNone/>
        <a:defRPr sz="1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7150" indent="-57150" algn="l" defTabSz="2286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700" kern="1200">
          <a:solidFill>
            <a:schemeClr val="tx1"/>
          </a:solidFill>
          <a:latin typeface="+mn-lt"/>
          <a:ea typeface="+mn-ea"/>
          <a:cs typeface="+mn-cs"/>
        </a:defRPr>
      </a:lvl1pPr>
      <a:lvl2pPr marL="171450" indent="-57150" algn="l" defTabSz="228600" rtl="0" eaLnBrk="1" latinLnBrk="0" hangingPunct="1">
        <a:lnSpc>
          <a:spcPct val="90000"/>
        </a:lnSpc>
        <a:spcBef>
          <a:spcPts val="125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2pPr>
      <a:lvl3pPr marL="285750" indent="-57150" algn="l" defTabSz="228600" rtl="0" eaLnBrk="1" latinLnBrk="0" hangingPunct="1">
        <a:lnSpc>
          <a:spcPct val="90000"/>
        </a:lnSpc>
        <a:spcBef>
          <a:spcPts val="125"/>
        </a:spcBef>
        <a:buFont typeface="Arial" panose="020B0604020202020204" pitchFamily="34" charset="0"/>
        <a:buChar char="•"/>
        <a:defRPr sz="500" kern="1200">
          <a:solidFill>
            <a:schemeClr val="tx1"/>
          </a:solidFill>
          <a:latin typeface="+mn-lt"/>
          <a:ea typeface="+mn-ea"/>
          <a:cs typeface="+mn-cs"/>
        </a:defRPr>
      </a:lvl3pPr>
      <a:lvl4pPr marL="400050" indent="-57150" algn="l" defTabSz="228600" rtl="0" eaLnBrk="1" latinLnBrk="0" hangingPunct="1">
        <a:lnSpc>
          <a:spcPct val="90000"/>
        </a:lnSpc>
        <a:spcBef>
          <a:spcPts val="125"/>
        </a:spcBef>
        <a:buFont typeface="Arial" panose="020B0604020202020204" pitchFamily="34" charset="0"/>
        <a:buChar char="•"/>
        <a:defRPr sz="450" kern="1200">
          <a:solidFill>
            <a:schemeClr val="tx1"/>
          </a:solidFill>
          <a:latin typeface="+mn-lt"/>
          <a:ea typeface="+mn-ea"/>
          <a:cs typeface="+mn-cs"/>
        </a:defRPr>
      </a:lvl4pPr>
      <a:lvl5pPr marL="514350" indent="-57150" algn="l" defTabSz="228600" rtl="0" eaLnBrk="1" latinLnBrk="0" hangingPunct="1">
        <a:lnSpc>
          <a:spcPct val="90000"/>
        </a:lnSpc>
        <a:spcBef>
          <a:spcPts val="125"/>
        </a:spcBef>
        <a:buFont typeface="Arial" panose="020B0604020202020204" pitchFamily="34" charset="0"/>
        <a:buChar char="•"/>
        <a:defRPr sz="450" kern="1200">
          <a:solidFill>
            <a:schemeClr val="tx1"/>
          </a:solidFill>
          <a:latin typeface="+mn-lt"/>
          <a:ea typeface="+mn-ea"/>
          <a:cs typeface="+mn-cs"/>
        </a:defRPr>
      </a:lvl5pPr>
      <a:lvl6pPr marL="628650" indent="-57150" algn="l" defTabSz="228600" rtl="0" eaLnBrk="1" latinLnBrk="0" hangingPunct="1">
        <a:lnSpc>
          <a:spcPct val="90000"/>
        </a:lnSpc>
        <a:spcBef>
          <a:spcPts val="125"/>
        </a:spcBef>
        <a:buFont typeface="Arial" panose="020B0604020202020204" pitchFamily="34" charset="0"/>
        <a:buChar char="•"/>
        <a:defRPr sz="450" kern="1200">
          <a:solidFill>
            <a:schemeClr val="tx1"/>
          </a:solidFill>
          <a:latin typeface="+mn-lt"/>
          <a:ea typeface="+mn-ea"/>
          <a:cs typeface="+mn-cs"/>
        </a:defRPr>
      </a:lvl6pPr>
      <a:lvl7pPr marL="742950" indent="-57150" algn="l" defTabSz="228600" rtl="0" eaLnBrk="1" latinLnBrk="0" hangingPunct="1">
        <a:lnSpc>
          <a:spcPct val="90000"/>
        </a:lnSpc>
        <a:spcBef>
          <a:spcPts val="125"/>
        </a:spcBef>
        <a:buFont typeface="Arial" panose="020B0604020202020204" pitchFamily="34" charset="0"/>
        <a:buChar char="•"/>
        <a:defRPr sz="450" kern="1200">
          <a:solidFill>
            <a:schemeClr val="tx1"/>
          </a:solidFill>
          <a:latin typeface="+mn-lt"/>
          <a:ea typeface="+mn-ea"/>
          <a:cs typeface="+mn-cs"/>
        </a:defRPr>
      </a:lvl7pPr>
      <a:lvl8pPr marL="857250" indent="-57150" algn="l" defTabSz="228600" rtl="0" eaLnBrk="1" latinLnBrk="0" hangingPunct="1">
        <a:lnSpc>
          <a:spcPct val="90000"/>
        </a:lnSpc>
        <a:spcBef>
          <a:spcPts val="125"/>
        </a:spcBef>
        <a:buFont typeface="Arial" panose="020B0604020202020204" pitchFamily="34" charset="0"/>
        <a:buChar char="•"/>
        <a:defRPr sz="450" kern="1200">
          <a:solidFill>
            <a:schemeClr val="tx1"/>
          </a:solidFill>
          <a:latin typeface="+mn-lt"/>
          <a:ea typeface="+mn-ea"/>
          <a:cs typeface="+mn-cs"/>
        </a:defRPr>
      </a:lvl8pPr>
      <a:lvl9pPr marL="971550" indent="-57150" algn="l" defTabSz="228600" rtl="0" eaLnBrk="1" latinLnBrk="0" hangingPunct="1">
        <a:lnSpc>
          <a:spcPct val="90000"/>
        </a:lnSpc>
        <a:spcBef>
          <a:spcPts val="125"/>
        </a:spcBef>
        <a:buFont typeface="Arial" panose="020B0604020202020204" pitchFamily="34" charset="0"/>
        <a:buChar char="•"/>
        <a:defRPr sz="4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28600" rtl="0" eaLnBrk="1" latinLnBrk="0" hangingPunct="1">
        <a:defRPr sz="450" kern="1200">
          <a:solidFill>
            <a:schemeClr val="tx1"/>
          </a:solidFill>
          <a:latin typeface="+mn-lt"/>
          <a:ea typeface="+mn-ea"/>
          <a:cs typeface="+mn-cs"/>
        </a:defRPr>
      </a:lvl1pPr>
      <a:lvl2pPr marL="114300" algn="l" defTabSz="228600" rtl="0" eaLnBrk="1" latinLnBrk="0" hangingPunct="1">
        <a:defRPr sz="45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" algn="l" defTabSz="228600" rtl="0" eaLnBrk="1" latinLnBrk="0" hangingPunct="1">
        <a:defRPr sz="450" kern="1200">
          <a:solidFill>
            <a:schemeClr val="tx1"/>
          </a:solidFill>
          <a:latin typeface="+mn-lt"/>
          <a:ea typeface="+mn-ea"/>
          <a:cs typeface="+mn-cs"/>
        </a:defRPr>
      </a:lvl3pPr>
      <a:lvl4pPr marL="342900" algn="l" defTabSz="228600" rtl="0" eaLnBrk="1" latinLnBrk="0" hangingPunct="1">
        <a:defRPr sz="450" kern="1200">
          <a:solidFill>
            <a:schemeClr val="tx1"/>
          </a:solidFill>
          <a:latin typeface="+mn-lt"/>
          <a:ea typeface="+mn-ea"/>
          <a:cs typeface="+mn-cs"/>
        </a:defRPr>
      </a:lvl4pPr>
      <a:lvl5pPr marL="457200" algn="l" defTabSz="228600" rtl="0" eaLnBrk="1" latinLnBrk="0" hangingPunct="1">
        <a:defRPr sz="450" kern="1200">
          <a:solidFill>
            <a:schemeClr val="tx1"/>
          </a:solidFill>
          <a:latin typeface="+mn-lt"/>
          <a:ea typeface="+mn-ea"/>
          <a:cs typeface="+mn-cs"/>
        </a:defRPr>
      </a:lvl5pPr>
      <a:lvl6pPr marL="571500" algn="l" defTabSz="228600" rtl="0" eaLnBrk="1" latinLnBrk="0" hangingPunct="1">
        <a:defRPr sz="450" kern="1200">
          <a:solidFill>
            <a:schemeClr val="tx1"/>
          </a:solidFill>
          <a:latin typeface="+mn-lt"/>
          <a:ea typeface="+mn-ea"/>
          <a:cs typeface="+mn-cs"/>
        </a:defRPr>
      </a:lvl6pPr>
      <a:lvl7pPr marL="685800" algn="l" defTabSz="228600" rtl="0" eaLnBrk="1" latinLnBrk="0" hangingPunct="1">
        <a:defRPr sz="450" kern="1200">
          <a:solidFill>
            <a:schemeClr val="tx1"/>
          </a:solidFill>
          <a:latin typeface="+mn-lt"/>
          <a:ea typeface="+mn-ea"/>
          <a:cs typeface="+mn-cs"/>
        </a:defRPr>
      </a:lvl7pPr>
      <a:lvl8pPr marL="800100" algn="l" defTabSz="228600" rtl="0" eaLnBrk="1" latinLnBrk="0" hangingPunct="1">
        <a:defRPr sz="450" kern="1200">
          <a:solidFill>
            <a:schemeClr val="tx1"/>
          </a:solidFill>
          <a:latin typeface="+mn-lt"/>
          <a:ea typeface="+mn-ea"/>
          <a:cs typeface="+mn-cs"/>
        </a:defRPr>
      </a:lvl8pPr>
      <a:lvl9pPr marL="914400" algn="l" defTabSz="228600" rtl="0" eaLnBrk="1" latinLnBrk="0" hangingPunct="1">
        <a:defRPr sz="4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0C68461-A2BB-0110-5595-1C6C1F7D09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"/>
            <a:ext cx="2286000" cy="210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305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733BBE2-8FC4-440C-4C24-9FFA5E3CA0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"/>
            <a:ext cx="2286000" cy="210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076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B09700D-C7BE-50EC-59CF-94591D0EF6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"/>
            <a:ext cx="2286000" cy="210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696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65C4735-2C94-39E8-BAFB-E2D9FE7BE6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"/>
            <a:ext cx="2286000" cy="210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506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CCDAED5-5F87-E3E0-37D0-07E59658A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"/>
            <a:ext cx="2286000" cy="210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191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AFCECDD-A4B7-FD35-F282-337172CBD1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"/>
            <a:ext cx="2286000" cy="210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9755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EAB38E-CA5C-571C-E488-BCB04F2537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"/>
            <a:ext cx="2286000" cy="210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17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</TotalTime>
  <Words>0</Words>
  <Application>Microsoft Office PowerPoint</Application>
  <PresentationFormat>Custom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Rayehe Karimi Mahabadi, Ph.D.</dc:creator>
  <cp:lastModifiedBy>Rayehe Karimi Mahabadi, Ph.D.</cp:lastModifiedBy>
  <cp:revision>10</cp:revision>
  <dcterms:created xsi:type="dcterms:W3CDTF">2023-12-19T23:23:17Z</dcterms:created>
  <dcterms:modified xsi:type="dcterms:W3CDTF">2024-01-05T16:45:15Z</dcterms:modified>
</cp:coreProperties>
</file>