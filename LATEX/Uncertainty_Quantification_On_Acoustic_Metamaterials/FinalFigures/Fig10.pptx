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286000" cy="21034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12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44243"/>
            <a:ext cx="1943100" cy="732308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104792"/>
            <a:ext cx="1714500" cy="507844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24399"/>
            <a:ext cx="1971675" cy="87497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407649"/>
            <a:ext cx="1971675" cy="460127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75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5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559943"/>
            <a:ext cx="97155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559943"/>
            <a:ext cx="97155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4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11989"/>
            <a:ext cx="1971675" cy="4065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1" y="515634"/>
            <a:ext cx="967085" cy="25270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1" y="768339"/>
            <a:ext cx="967085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15634"/>
            <a:ext cx="971848" cy="25270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768339"/>
            <a:ext cx="971848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8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0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56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40229"/>
            <a:ext cx="737295" cy="490802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02857"/>
            <a:ext cx="1157288" cy="1494804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31031"/>
            <a:ext cx="737295" cy="1169064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6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40229"/>
            <a:ext cx="737295" cy="490802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02857"/>
            <a:ext cx="1157288" cy="1494804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31031"/>
            <a:ext cx="737295" cy="1169064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2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4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11989"/>
            <a:ext cx="492919" cy="17825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11989"/>
            <a:ext cx="1450181" cy="17825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11989"/>
            <a:ext cx="1971675" cy="406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559943"/>
            <a:ext cx="1971675" cy="1334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1949576"/>
            <a:ext cx="51435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1949576"/>
            <a:ext cx="771525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1949576"/>
            <a:ext cx="51435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6B5FD1-5A68-3408-DB08-F68526D46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1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8A94B-C170-CB18-DF1D-CD91FE95F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8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C92CF-D353-B49D-9EEC-26BECB99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9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3DF729-B0B1-95B4-E448-110F174C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7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83AD6-33E0-6D6E-B402-2B93F0F69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4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16B613-AB48-3826-51BB-DBC6A8E8C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7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89E62C-E6E5-2677-83A1-7C07F277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7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13</cp:revision>
  <dcterms:created xsi:type="dcterms:W3CDTF">2023-12-19T23:23:17Z</dcterms:created>
  <dcterms:modified xsi:type="dcterms:W3CDTF">2024-01-05T18:35:16Z</dcterms:modified>
</cp:coreProperties>
</file>