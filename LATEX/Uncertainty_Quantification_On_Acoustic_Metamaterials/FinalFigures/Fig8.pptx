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</p:sldIdLst>
  <p:sldSz cx="9509125" cy="27432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 autoAdjust="0"/>
    <p:restoredTop sz="94660"/>
  </p:normalViewPr>
  <p:slideViewPr>
    <p:cSldViewPr snapToGrid="0">
      <p:cViewPr varScale="1">
        <p:scale>
          <a:sx n="54" d="100"/>
          <a:sy n="54" d="100"/>
        </p:scale>
        <p:origin x="72" y="1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8641" y="448945"/>
            <a:ext cx="7131844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8641" y="1440815"/>
            <a:ext cx="7131844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16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105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800" y="683895"/>
            <a:ext cx="8201620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8800" y="1835785"/>
            <a:ext cx="8201620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482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3752" y="730250"/>
            <a:ext cx="4041378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3995" y="730250"/>
            <a:ext cx="4041378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083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4991" y="146050"/>
            <a:ext cx="820162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4991" y="672465"/>
            <a:ext cx="4022805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4991" y="1002030"/>
            <a:ext cx="4022805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3994" y="672465"/>
            <a:ext cx="4042617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3994" y="1002030"/>
            <a:ext cx="4042617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03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788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264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4991" y="182880"/>
            <a:ext cx="3066940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2616" y="394970"/>
            <a:ext cx="4813995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4991" y="822960"/>
            <a:ext cx="3066940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56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4991" y="182880"/>
            <a:ext cx="3066940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42616" y="394970"/>
            <a:ext cx="4813995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4991" y="822960"/>
            <a:ext cx="3066940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01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88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4968" y="146050"/>
            <a:ext cx="2050405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3752" y="146050"/>
            <a:ext cx="6032351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93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3753" y="146050"/>
            <a:ext cx="820162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3753" y="730250"/>
            <a:ext cx="820162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3752" y="2542540"/>
            <a:ext cx="2139553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49898" y="2542540"/>
            <a:ext cx="32093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15820" y="2542540"/>
            <a:ext cx="2139553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60F023-8975-D46A-BC9B-F42F7DF71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" y="0"/>
            <a:ext cx="950214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974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34C3E6-C961-0513-B11D-812DCD946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" y="0"/>
            <a:ext cx="950214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695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Rayehe Karimi Mahabadi, Ph.D.</dc:creator>
  <cp:lastModifiedBy>Rayehe Karimi Mahabadi, Ph.D.</cp:lastModifiedBy>
  <cp:revision>11</cp:revision>
  <dcterms:created xsi:type="dcterms:W3CDTF">2023-12-19T23:23:17Z</dcterms:created>
  <dcterms:modified xsi:type="dcterms:W3CDTF">2024-01-05T17:20:32Z</dcterms:modified>
</cp:coreProperties>
</file>