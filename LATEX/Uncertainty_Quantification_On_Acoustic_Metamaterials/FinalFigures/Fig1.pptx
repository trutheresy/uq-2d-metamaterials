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</p:sldIdLst>
  <p:sldSz cx="2743200" cy="27432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82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5740" y="448945"/>
            <a:ext cx="2331720" cy="955040"/>
          </a:xfrm>
        </p:spPr>
        <p:txBody>
          <a:bodyPr anchor="b"/>
          <a:lstStyle>
            <a:lvl1pPr algn="ctr"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2900" y="1440815"/>
            <a:ext cx="2057400" cy="662305"/>
          </a:xfrm>
        </p:spPr>
        <p:txBody>
          <a:bodyPr/>
          <a:lstStyle>
            <a:lvl1pPr marL="0" indent="0" algn="ctr">
              <a:buNone/>
              <a:defRPr sz="720"/>
            </a:lvl1pPr>
            <a:lvl2pPr marL="137160" indent="0" algn="ctr">
              <a:buNone/>
              <a:defRPr sz="600"/>
            </a:lvl2pPr>
            <a:lvl3pPr marL="274320" indent="0" algn="ctr">
              <a:buNone/>
              <a:defRPr sz="540"/>
            </a:lvl3pPr>
            <a:lvl4pPr marL="411480" indent="0" algn="ctr">
              <a:buNone/>
              <a:defRPr sz="480"/>
            </a:lvl4pPr>
            <a:lvl5pPr marL="548640" indent="0" algn="ctr">
              <a:buNone/>
              <a:defRPr sz="480"/>
            </a:lvl5pPr>
            <a:lvl6pPr marL="685800" indent="0" algn="ctr">
              <a:buNone/>
              <a:defRPr sz="480"/>
            </a:lvl6pPr>
            <a:lvl7pPr marL="822960" indent="0" algn="ctr">
              <a:buNone/>
              <a:defRPr sz="480"/>
            </a:lvl7pPr>
            <a:lvl8pPr marL="960120" indent="0" algn="ctr">
              <a:buNone/>
              <a:defRPr sz="480"/>
            </a:lvl8pPr>
            <a:lvl9pPr marL="1097280" indent="0" algn="ctr">
              <a:buNone/>
              <a:defRPr sz="4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530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41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7166" y="683896"/>
            <a:ext cx="2366010" cy="1141095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166" y="1835786"/>
            <a:ext cx="2366010" cy="600075"/>
          </a:xfrm>
        </p:spPr>
        <p:txBody>
          <a:bodyPr/>
          <a:lstStyle>
            <a:lvl1pPr marL="0" indent="0">
              <a:buNone/>
              <a:defRPr sz="720">
                <a:solidFill>
                  <a:schemeClr val="tx1"/>
                </a:solidFill>
              </a:defRPr>
            </a:lvl1pPr>
            <a:lvl2pPr marL="13716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2pPr>
            <a:lvl3pPr marL="274320" indent="0">
              <a:buNone/>
              <a:defRPr sz="540">
                <a:solidFill>
                  <a:schemeClr val="tx1">
                    <a:tint val="75000"/>
                  </a:schemeClr>
                </a:solidFill>
              </a:defRPr>
            </a:lvl3pPr>
            <a:lvl4pPr marL="4114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4pPr>
            <a:lvl5pPr marL="54864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5pPr>
            <a:lvl6pPr marL="68580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6pPr>
            <a:lvl7pPr marL="82296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7pPr>
            <a:lvl8pPr marL="96012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8pPr>
            <a:lvl9pPr marL="1097280" indent="0">
              <a:buNone/>
              <a:defRPr sz="4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275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745" y="730250"/>
            <a:ext cx="116586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15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2" y="146051"/>
            <a:ext cx="236601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953" y="672465"/>
            <a:ext cx="1160502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8953" y="1002030"/>
            <a:ext cx="1160502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388745" y="672465"/>
            <a:ext cx="1166217" cy="329565"/>
          </a:xfrm>
        </p:spPr>
        <p:txBody>
          <a:bodyPr anchor="b"/>
          <a:lstStyle>
            <a:lvl1pPr marL="0" indent="0">
              <a:buNone/>
              <a:defRPr sz="720" b="1"/>
            </a:lvl1pPr>
            <a:lvl2pPr marL="137160" indent="0">
              <a:buNone/>
              <a:defRPr sz="600" b="1"/>
            </a:lvl2pPr>
            <a:lvl3pPr marL="274320" indent="0">
              <a:buNone/>
              <a:defRPr sz="540" b="1"/>
            </a:lvl3pPr>
            <a:lvl4pPr marL="411480" indent="0">
              <a:buNone/>
              <a:defRPr sz="480" b="1"/>
            </a:lvl4pPr>
            <a:lvl5pPr marL="548640" indent="0">
              <a:buNone/>
              <a:defRPr sz="480" b="1"/>
            </a:lvl5pPr>
            <a:lvl6pPr marL="685800" indent="0">
              <a:buNone/>
              <a:defRPr sz="480" b="1"/>
            </a:lvl6pPr>
            <a:lvl7pPr marL="822960" indent="0">
              <a:buNone/>
              <a:defRPr sz="480" b="1"/>
            </a:lvl7pPr>
            <a:lvl8pPr marL="960120" indent="0">
              <a:buNone/>
              <a:defRPr sz="480" b="1"/>
            </a:lvl8pPr>
            <a:lvl9pPr marL="1097280" indent="0">
              <a:buNone/>
              <a:defRPr sz="4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388745" y="1002030"/>
            <a:ext cx="1166217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482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23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497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6217" y="394971"/>
            <a:ext cx="1388745" cy="1949450"/>
          </a:xfrm>
        </p:spPr>
        <p:txBody>
          <a:bodyPr/>
          <a:lstStyle>
            <a:lvl1pPr>
              <a:defRPr sz="960"/>
            </a:lvl1pPr>
            <a:lvl2pPr>
              <a:defRPr sz="840"/>
            </a:lvl2pPr>
            <a:lvl3pPr>
              <a:defRPr sz="720"/>
            </a:lvl3pPr>
            <a:lvl4pPr>
              <a:defRPr sz="600"/>
            </a:lvl4pPr>
            <a:lvl5pPr>
              <a:defRPr sz="600"/>
            </a:lvl5pPr>
            <a:lvl6pPr>
              <a:defRPr sz="600"/>
            </a:lvl6pPr>
            <a:lvl7pPr>
              <a:defRPr sz="600"/>
            </a:lvl7pPr>
            <a:lvl8pPr>
              <a:defRPr sz="600"/>
            </a:lvl8pPr>
            <a:lvl9pPr>
              <a:defRPr sz="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67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53" y="182880"/>
            <a:ext cx="884753" cy="640080"/>
          </a:xfrm>
        </p:spPr>
        <p:txBody>
          <a:bodyPr anchor="b"/>
          <a:lstStyle>
            <a:lvl1pPr>
              <a:defRPr sz="9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6217" y="394971"/>
            <a:ext cx="1388745" cy="1949450"/>
          </a:xfrm>
        </p:spPr>
        <p:txBody>
          <a:bodyPr anchor="t"/>
          <a:lstStyle>
            <a:lvl1pPr marL="0" indent="0">
              <a:buNone/>
              <a:defRPr sz="960"/>
            </a:lvl1pPr>
            <a:lvl2pPr marL="137160" indent="0">
              <a:buNone/>
              <a:defRPr sz="840"/>
            </a:lvl2pPr>
            <a:lvl3pPr marL="274320" indent="0">
              <a:buNone/>
              <a:defRPr sz="720"/>
            </a:lvl3pPr>
            <a:lvl4pPr marL="411480" indent="0">
              <a:buNone/>
              <a:defRPr sz="600"/>
            </a:lvl4pPr>
            <a:lvl5pPr marL="548640" indent="0">
              <a:buNone/>
              <a:defRPr sz="600"/>
            </a:lvl5pPr>
            <a:lvl6pPr marL="685800" indent="0">
              <a:buNone/>
              <a:defRPr sz="600"/>
            </a:lvl6pPr>
            <a:lvl7pPr marL="822960" indent="0">
              <a:buNone/>
              <a:defRPr sz="600"/>
            </a:lvl7pPr>
            <a:lvl8pPr marL="960120" indent="0">
              <a:buNone/>
              <a:defRPr sz="600"/>
            </a:lvl8pPr>
            <a:lvl9pPr marL="1097280" indent="0">
              <a:buNone/>
              <a:defRPr sz="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953" y="822960"/>
            <a:ext cx="884753" cy="1524635"/>
          </a:xfrm>
        </p:spPr>
        <p:txBody>
          <a:bodyPr/>
          <a:lstStyle>
            <a:lvl1pPr marL="0" indent="0">
              <a:buNone/>
              <a:defRPr sz="480"/>
            </a:lvl1pPr>
            <a:lvl2pPr marL="137160" indent="0">
              <a:buNone/>
              <a:defRPr sz="420"/>
            </a:lvl2pPr>
            <a:lvl3pPr marL="274320" indent="0">
              <a:buNone/>
              <a:defRPr sz="360"/>
            </a:lvl3pPr>
            <a:lvl4pPr marL="411480" indent="0">
              <a:buNone/>
              <a:defRPr sz="300"/>
            </a:lvl4pPr>
            <a:lvl5pPr marL="548640" indent="0">
              <a:buNone/>
              <a:defRPr sz="300"/>
            </a:lvl5pPr>
            <a:lvl6pPr marL="685800" indent="0">
              <a:buNone/>
              <a:defRPr sz="300"/>
            </a:lvl6pPr>
            <a:lvl7pPr marL="822960" indent="0">
              <a:buNone/>
              <a:defRPr sz="300"/>
            </a:lvl7pPr>
            <a:lvl8pPr marL="960120" indent="0">
              <a:buNone/>
              <a:defRPr sz="300"/>
            </a:lvl8pPr>
            <a:lvl9pPr marL="1097280" indent="0">
              <a:buNone/>
              <a:defRPr sz="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753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02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" y="146050"/>
            <a:ext cx="591503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" y="146050"/>
            <a:ext cx="1740218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97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8595" y="146051"/>
            <a:ext cx="236601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595" y="730250"/>
            <a:ext cx="236601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8859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12/19/2023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08685" y="2542541"/>
            <a:ext cx="92583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37385" y="2542541"/>
            <a:ext cx="61722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36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74320" rtl="0" eaLnBrk="1" latinLnBrk="0" hangingPunct="1">
        <a:lnSpc>
          <a:spcPct val="90000"/>
        </a:lnSpc>
        <a:spcBef>
          <a:spcPct val="0"/>
        </a:spcBef>
        <a:buNone/>
        <a:defRPr sz="13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274320" rtl="0" eaLnBrk="1" latinLnBrk="0" hangingPunct="1">
        <a:lnSpc>
          <a:spcPct val="90000"/>
        </a:lnSpc>
        <a:spcBef>
          <a:spcPts val="3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057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429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800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61722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75438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9154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102870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165860" indent="-68580" algn="l" defTabSz="274320" rtl="0" eaLnBrk="1" latinLnBrk="0" hangingPunct="1">
        <a:lnSpc>
          <a:spcPct val="90000"/>
        </a:lnSpc>
        <a:spcBef>
          <a:spcPts val="150"/>
        </a:spcBef>
        <a:buFont typeface="Arial" panose="020B0604020202020204" pitchFamily="34" charset="0"/>
        <a:buChar char="•"/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4pPr>
      <a:lvl5pPr marL="54864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5pPr>
      <a:lvl6pPr marL="68580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6pPr>
      <a:lvl7pPr marL="82296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7pPr>
      <a:lvl8pPr marL="96012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8pPr>
      <a:lvl9pPr marL="1097280" algn="l" defTabSz="274320" rtl="0" eaLnBrk="1" latinLnBrk="0" hangingPunct="1">
        <a:defRPr sz="5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09497F-BB2F-F184-1155-26A4DFE30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8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4C46F8-042B-4B20-EC71-BD9631096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74320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73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Custom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2</cp:revision>
  <dcterms:created xsi:type="dcterms:W3CDTF">2023-12-19T23:23:17Z</dcterms:created>
  <dcterms:modified xsi:type="dcterms:W3CDTF">2023-12-19T23:43:39Z</dcterms:modified>
</cp:coreProperties>
</file>