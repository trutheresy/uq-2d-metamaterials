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</p:sldIdLst>
  <p:sldSz cx="36576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8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95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29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399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441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2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9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366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8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2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89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64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9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7B7B2-9416-0ACE-F55A-B87D7519C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2CE75F-E823-2037-5ADF-3E087AAC8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436AB7-7021-0DAC-A90C-535045072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87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F9E449-5165-CA6C-3FCC-C972210A7E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96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8</cp:revision>
  <dcterms:created xsi:type="dcterms:W3CDTF">2023-12-19T23:23:17Z</dcterms:created>
  <dcterms:modified xsi:type="dcterms:W3CDTF">2024-01-05T18:14:06Z</dcterms:modified>
</cp:coreProperties>
</file>