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2743200" cy="2743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173" d="100"/>
          <a:sy n="173" d="100"/>
        </p:scale>
        <p:origin x="1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448945"/>
            <a:ext cx="2331720" cy="955040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440815"/>
            <a:ext cx="2057400" cy="662305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3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1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683896"/>
            <a:ext cx="2366010" cy="1141095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1835786"/>
            <a:ext cx="2366010" cy="600075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/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75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75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5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46051"/>
            <a:ext cx="236601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672465"/>
            <a:ext cx="1160502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1002030"/>
            <a:ext cx="116050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672465"/>
            <a:ext cx="1166217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1002030"/>
            <a:ext cx="116621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82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23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9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394971"/>
            <a:ext cx="1388745" cy="1949450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7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394971"/>
            <a:ext cx="1388745" cy="1949450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5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2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46050"/>
            <a:ext cx="591503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46050"/>
            <a:ext cx="174021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7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46051"/>
            <a:ext cx="236601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730250"/>
            <a:ext cx="236601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3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86D681-A180-AF02-95B2-8460F97F5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E7412-537E-E0E7-5A06-076BB595D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A024EC-46C2-1173-1353-C1E3E062D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624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3</cp:revision>
  <dcterms:created xsi:type="dcterms:W3CDTF">2023-12-19T23:23:17Z</dcterms:created>
  <dcterms:modified xsi:type="dcterms:W3CDTF">2023-12-20T01:05:18Z</dcterms:modified>
</cp:coreProperties>
</file>