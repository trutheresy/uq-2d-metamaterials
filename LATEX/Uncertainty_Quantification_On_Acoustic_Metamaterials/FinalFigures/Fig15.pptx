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32004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63" autoAdjust="0"/>
    <p:restoredTop sz="94660"/>
  </p:normalViewPr>
  <p:slideViewPr>
    <p:cSldViewPr snapToGrid="0">
      <p:cViewPr varScale="1">
        <p:scale>
          <a:sx n="167" d="100"/>
          <a:sy n="167" d="100"/>
        </p:scale>
        <p:origin x="13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448945"/>
            <a:ext cx="2720340" cy="955040"/>
          </a:xfrm>
        </p:spPr>
        <p:txBody>
          <a:bodyPr anchor="b"/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1440815"/>
            <a:ext cx="2400300" cy="662305"/>
          </a:xfrm>
        </p:spPr>
        <p:txBody>
          <a:bodyPr/>
          <a:lstStyle>
            <a:lvl1pPr marL="0" indent="0" algn="ctr">
              <a:buNone/>
              <a:defRPr sz="840"/>
            </a:lvl1pPr>
            <a:lvl2pPr marL="160020" indent="0" algn="ctr">
              <a:buNone/>
              <a:defRPr sz="700"/>
            </a:lvl2pPr>
            <a:lvl3pPr marL="320040" indent="0" algn="ctr">
              <a:buNone/>
              <a:defRPr sz="630"/>
            </a:lvl3pPr>
            <a:lvl4pPr marL="480060" indent="0" algn="ctr">
              <a:buNone/>
              <a:defRPr sz="560"/>
            </a:lvl4pPr>
            <a:lvl5pPr marL="640080" indent="0" algn="ctr">
              <a:buNone/>
              <a:defRPr sz="560"/>
            </a:lvl5pPr>
            <a:lvl6pPr marL="800100" indent="0" algn="ctr">
              <a:buNone/>
              <a:defRPr sz="560"/>
            </a:lvl6pPr>
            <a:lvl7pPr marL="960120" indent="0" algn="ctr">
              <a:buNone/>
              <a:defRPr sz="560"/>
            </a:lvl7pPr>
            <a:lvl8pPr marL="1120140" indent="0" algn="ctr">
              <a:buNone/>
              <a:defRPr sz="560"/>
            </a:lvl8pPr>
            <a:lvl9pPr marL="1280160" indent="0" algn="ctr">
              <a:buNone/>
              <a:defRPr sz="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0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9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683896"/>
            <a:ext cx="2760345" cy="1141095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1835786"/>
            <a:ext cx="2760345" cy="600075"/>
          </a:xfrm>
        </p:spPr>
        <p:txBody>
          <a:bodyPr/>
          <a:lstStyle>
            <a:lvl1pPr marL="0" indent="0">
              <a:buNone/>
              <a:defRPr sz="840">
                <a:solidFill>
                  <a:schemeClr val="tx1"/>
                </a:solidFill>
              </a:defRPr>
            </a:lvl1pPr>
            <a:lvl2pPr marL="16002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2pPr>
            <a:lvl3pPr marL="32004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3pPr>
            <a:lvl4pPr marL="4800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4pPr>
            <a:lvl5pPr marL="64008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5pPr>
            <a:lvl6pPr marL="80010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6pPr>
            <a:lvl7pPr marL="96012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7pPr>
            <a:lvl8pPr marL="112014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8pPr>
            <a:lvl9pPr marL="1280160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1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730250"/>
            <a:ext cx="136017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730250"/>
            <a:ext cx="136017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66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146051"/>
            <a:ext cx="276034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672465"/>
            <a:ext cx="1353919" cy="329565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1002030"/>
            <a:ext cx="1353919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672465"/>
            <a:ext cx="1360587" cy="329565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1002030"/>
            <a:ext cx="136058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17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0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5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82880"/>
            <a:ext cx="1032212" cy="64008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394971"/>
            <a:ext cx="1620203" cy="1949450"/>
          </a:xfrm>
        </p:spPr>
        <p:txBody>
          <a:bodyPr/>
          <a:lstStyle>
            <a:lvl1pPr>
              <a:defRPr sz="1120"/>
            </a:lvl1pPr>
            <a:lvl2pPr>
              <a:defRPr sz="980"/>
            </a:lvl2pPr>
            <a:lvl3pPr>
              <a:defRPr sz="84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822960"/>
            <a:ext cx="1032212" cy="152463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48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182880"/>
            <a:ext cx="1032212" cy="64008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394971"/>
            <a:ext cx="1620203" cy="1949450"/>
          </a:xfrm>
        </p:spPr>
        <p:txBody>
          <a:bodyPr anchor="t"/>
          <a:lstStyle>
            <a:lvl1pPr marL="0" indent="0">
              <a:buNone/>
              <a:defRPr sz="1120"/>
            </a:lvl1pPr>
            <a:lvl2pPr marL="160020" indent="0">
              <a:buNone/>
              <a:defRPr sz="980"/>
            </a:lvl2pPr>
            <a:lvl3pPr marL="320040" indent="0">
              <a:buNone/>
              <a:defRPr sz="840"/>
            </a:lvl3pPr>
            <a:lvl4pPr marL="480060" indent="0">
              <a:buNone/>
              <a:defRPr sz="700"/>
            </a:lvl4pPr>
            <a:lvl5pPr marL="640080" indent="0">
              <a:buNone/>
              <a:defRPr sz="700"/>
            </a:lvl5pPr>
            <a:lvl6pPr marL="800100" indent="0">
              <a:buNone/>
              <a:defRPr sz="700"/>
            </a:lvl6pPr>
            <a:lvl7pPr marL="960120" indent="0">
              <a:buNone/>
              <a:defRPr sz="700"/>
            </a:lvl7pPr>
            <a:lvl8pPr marL="1120140" indent="0">
              <a:buNone/>
              <a:defRPr sz="700"/>
            </a:lvl8pPr>
            <a:lvl9pPr marL="1280160" indent="0">
              <a:buNone/>
              <a:defRPr sz="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822960"/>
            <a:ext cx="1032212" cy="1524635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6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89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146050"/>
            <a:ext cx="690086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146050"/>
            <a:ext cx="2030254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4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146051"/>
            <a:ext cx="276034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730250"/>
            <a:ext cx="276034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8" y="2542541"/>
            <a:ext cx="72009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2542541"/>
            <a:ext cx="108013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2542541"/>
            <a:ext cx="72009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7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20040" rtl="0" eaLnBrk="1" latinLnBrk="0" hangingPunct="1">
        <a:lnSpc>
          <a:spcPct val="90000"/>
        </a:lnSpc>
        <a:spcBef>
          <a:spcPct val="0"/>
        </a:spcBef>
        <a:buNone/>
        <a:defRPr sz="1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" indent="-80010" algn="l" defTabSz="32004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449AB90-82F0-D1B0-A785-D0FC89D5E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1427FA0-9F4D-A36A-50C3-01D78AF93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F72580-AD3E-B943-88E7-A78C004E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6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4560408-5A52-C351-566F-1383B8B8C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21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F43B8AF-0346-FB5F-AFD1-06B653B15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25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58E7C58-11C5-168F-258A-4F6F5D24C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0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07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9</cp:revision>
  <dcterms:created xsi:type="dcterms:W3CDTF">2023-12-19T23:23:17Z</dcterms:created>
  <dcterms:modified xsi:type="dcterms:W3CDTF">2024-01-05T19:36:30Z</dcterms:modified>
</cp:coreProperties>
</file>