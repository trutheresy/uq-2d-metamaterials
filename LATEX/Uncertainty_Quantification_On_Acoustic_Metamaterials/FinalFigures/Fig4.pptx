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96" r:id="rId1"/>
  </p:sldMasterIdLst>
  <p:sldIdLst>
    <p:sldId id="257" r:id="rId2"/>
    <p:sldId id="258" r:id="rId3"/>
    <p:sldId id="259" r:id="rId4"/>
    <p:sldId id="256" r:id="rId5"/>
  </p:sldIdLst>
  <p:sldSz cx="3749675" cy="2925763"/>
  <p:notesSz cx="9144000" cy="6858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0763" autoAdjust="0"/>
    <p:restoredTop sz="94660"/>
  </p:normalViewPr>
  <p:slideViewPr>
    <p:cSldViewPr snapToGrid="0">
      <p:cViewPr varScale="1">
        <p:scale>
          <a:sx n="236" d="100"/>
          <a:sy n="236" d="100"/>
        </p:scale>
        <p:origin x="2298" y="1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81226" y="478823"/>
            <a:ext cx="3187224" cy="1018599"/>
          </a:xfrm>
        </p:spPr>
        <p:txBody>
          <a:bodyPr anchor="b"/>
          <a:lstStyle>
            <a:lvl1pPr algn="ctr">
              <a:defRPr sz="246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68710" y="1536703"/>
            <a:ext cx="2812256" cy="706382"/>
          </a:xfrm>
        </p:spPr>
        <p:txBody>
          <a:bodyPr/>
          <a:lstStyle>
            <a:lvl1pPr marL="0" indent="0" algn="ctr">
              <a:buNone/>
              <a:defRPr sz="984"/>
            </a:lvl1pPr>
            <a:lvl2pPr marL="187498" indent="0" algn="ctr">
              <a:buNone/>
              <a:defRPr sz="820"/>
            </a:lvl2pPr>
            <a:lvl3pPr marL="374995" indent="0" algn="ctr">
              <a:buNone/>
              <a:defRPr sz="738"/>
            </a:lvl3pPr>
            <a:lvl4pPr marL="562493" indent="0" algn="ctr">
              <a:buNone/>
              <a:defRPr sz="656"/>
            </a:lvl4pPr>
            <a:lvl5pPr marL="749991" indent="0" algn="ctr">
              <a:buNone/>
              <a:defRPr sz="656"/>
            </a:lvl5pPr>
            <a:lvl6pPr marL="937489" indent="0" algn="ctr">
              <a:buNone/>
              <a:defRPr sz="656"/>
            </a:lvl6pPr>
            <a:lvl7pPr marL="1124986" indent="0" algn="ctr">
              <a:buNone/>
              <a:defRPr sz="656"/>
            </a:lvl7pPr>
            <a:lvl8pPr marL="1312484" indent="0" algn="ctr">
              <a:buNone/>
              <a:defRPr sz="656"/>
            </a:lvl8pPr>
            <a:lvl9pPr marL="1499982" indent="0" algn="ctr">
              <a:buNone/>
              <a:defRPr sz="656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7368AD-DD27-43A5-BA00-A130851D847D}" type="datetimeFigureOut">
              <a:rPr lang="en-US" smtClean="0"/>
              <a:t>4/2/2024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49BF31-354C-457C-8F2C-C8A18FD1D80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30786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7368AD-DD27-43A5-BA00-A130851D847D}" type="datetimeFigureOut">
              <a:rPr lang="en-US" smtClean="0"/>
              <a:t>4/2/2024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49BF31-354C-457C-8F2C-C8A18FD1D80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168668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5837" y="729410"/>
            <a:ext cx="3234095" cy="1217036"/>
          </a:xfrm>
        </p:spPr>
        <p:txBody>
          <a:bodyPr anchor="b"/>
          <a:lstStyle>
            <a:lvl1pPr>
              <a:defRPr sz="246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5837" y="1957960"/>
            <a:ext cx="3234095" cy="640010"/>
          </a:xfrm>
        </p:spPr>
        <p:txBody>
          <a:bodyPr/>
          <a:lstStyle>
            <a:lvl1pPr marL="0" indent="0">
              <a:buNone/>
              <a:defRPr sz="984">
                <a:solidFill>
                  <a:schemeClr val="tx1"/>
                </a:solidFill>
              </a:defRPr>
            </a:lvl1pPr>
            <a:lvl2pPr marL="187498" indent="0">
              <a:buNone/>
              <a:defRPr sz="820">
                <a:solidFill>
                  <a:schemeClr val="tx1">
                    <a:tint val="75000"/>
                  </a:schemeClr>
                </a:solidFill>
              </a:defRPr>
            </a:lvl2pPr>
            <a:lvl3pPr marL="374995" indent="0">
              <a:buNone/>
              <a:defRPr sz="738">
                <a:solidFill>
                  <a:schemeClr val="tx1">
                    <a:tint val="75000"/>
                  </a:schemeClr>
                </a:solidFill>
              </a:defRPr>
            </a:lvl3pPr>
            <a:lvl4pPr marL="562493" indent="0">
              <a:buNone/>
              <a:defRPr sz="656">
                <a:solidFill>
                  <a:schemeClr val="tx1">
                    <a:tint val="75000"/>
                  </a:schemeClr>
                </a:solidFill>
              </a:defRPr>
            </a:lvl4pPr>
            <a:lvl5pPr marL="749991" indent="0">
              <a:buNone/>
              <a:defRPr sz="656">
                <a:solidFill>
                  <a:schemeClr val="tx1">
                    <a:tint val="75000"/>
                  </a:schemeClr>
                </a:solidFill>
              </a:defRPr>
            </a:lvl5pPr>
            <a:lvl6pPr marL="937489" indent="0">
              <a:buNone/>
              <a:defRPr sz="656">
                <a:solidFill>
                  <a:schemeClr val="tx1">
                    <a:tint val="75000"/>
                  </a:schemeClr>
                </a:solidFill>
              </a:defRPr>
            </a:lvl6pPr>
            <a:lvl7pPr marL="1124986" indent="0">
              <a:buNone/>
              <a:defRPr sz="656">
                <a:solidFill>
                  <a:schemeClr val="tx1">
                    <a:tint val="75000"/>
                  </a:schemeClr>
                </a:solidFill>
              </a:defRPr>
            </a:lvl7pPr>
            <a:lvl8pPr marL="1312484" indent="0">
              <a:buNone/>
              <a:defRPr sz="656">
                <a:solidFill>
                  <a:schemeClr val="tx1">
                    <a:tint val="75000"/>
                  </a:schemeClr>
                </a:solidFill>
              </a:defRPr>
            </a:lvl8pPr>
            <a:lvl9pPr marL="1499982" indent="0">
              <a:buNone/>
              <a:defRPr sz="656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7368AD-DD27-43A5-BA00-A130851D847D}" type="datetimeFigureOut">
              <a:rPr lang="en-US" smtClean="0"/>
              <a:t>4/2/2024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49BF31-354C-457C-8F2C-C8A18FD1D80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403576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57790" y="778849"/>
            <a:ext cx="1593612" cy="185637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898273" y="778849"/>
            <a:ext cx="1593612" cy="185637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7368AD-DD27-43A5-BA00-A130851D847D}" type="datetimeFigureOut">
              <a:rPr lang="en-US" smtClean="0"/>
              <a:t>4/2/2024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49BF31-354C-457C-8F2C-C8A18FD1D80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527415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278" y="155771"/>
            <a:ext cx="3234095" cy="56551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279" y="717218"/>
            <a:ext cx="1586288" cy="351498"/>
          </a:xfrm>
        </p:spPr>
        <p:txBody>
          <a:bodyPr anchor="b"/>
          <a:lstStyle>
            <a:lvl1pPr marL="0" indent="0">
              <a:buNone/>
              <a:defRPr sz="984" b="1"/>
            </a:lvl1pPr>
            <a:lvl2pPr marL="187498" indent="0">
              <a:buNone/>
              <a:defRPr sz="820" b="1"/>
            </a:lvl2pPr>
            <a:lvl3pPr marL="374995" indent="0">
              <a:buNone/>
              <a:defRPr sz="738" b="1"/>
            </a:lvl3pPr>
            <a:lvl4pPr marL="562493" indent="0">
              <a:buNone/>
              <a:defRPr sz="656" b="1"/>
            </a:lvl4pPr>
            <a:lvl5pPr marL="749991" indent="0">
              <a:buNone/>
              <a:defRPr sz="656" b="1"/>
            </a:lvl5pPr>
            <a:lvl6pPr marL="937489" indent="0">
              <a:buNone/>
              <a:defRPr sz="656" b="1"/>
            </a:lvl6pPr>
            <a:lvl7pPr marL="1124986" indent="0">
              <a:buNone/>
              <a:defRPr sz="656" b="1"/>
            </a:lvl7pPr>
            <a:lvl8pPr marL="1312484" indent="0">
              <a:buNone/>
              <a:defRPr sz="656" b="1"/>
            </a:lvl8pPr>
            <a:lvl9pPr marL="1499982" indent="0">
              <a:buNone/>
              <a:defRPr sz="656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8279" y="1068716"/>
            <a:ext cx="1586288" cy="157192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1898273" y="717218"/>
            <a:ext cx="1594100" cy="351498"/>
          </a:xfrm>
        </p:spPr>
        <p:txBody>
          <a:bodyPr anchor="b"/>
          <a:lstStyle>
            <a:lvl1pPr marL="0" indent="0">
              <a:buNone/>
              <a:defRPr sz="984" b="1"/>
            </a:lvl1pPr>
            <a:lvl2pPr marL="187498" indent="0">
              <a:buNone/>
              <a:defRPr sz="820" b="1"/>
            </a:lvl2pPr>
            <a:lvl3pPr marL="374995" indent="0">
              <a:buNone/>
              <a:defRPr sz="738" b="1"/>
            </a:lvl3pPr>
            <a:lvl4pPr marL="562493" indent="0">
              <a:buNone/>
              <a:defRPr sz="656" b="1"/>
            </a:lvl4pPr>
            <a:lvl5pPr marL="749991" indent="0">
              <a:buNone/>
              <a:defRPr sz="656" b="1"/>
            </a:lvl5pPr>
            <a:lvl6pPr marL="937489" indent="0">
              <a:buNone/>
              <a:defRPr sz="656" b="1"/>
            </a:lvl6pPr>
            <a:lvl7pPr marL="1124986" indent="0">
              <a:buNone/>
              <a:defRPr sz="656" b="1"/>
            </a:lvl7pPr>
            <a:lvl8pPr marL="1312484" indent="0">
              <a:buNone/>
              <a:defRPr sz="656" b="1"/>
            </a:lvl8pPr>
            <a:lvl9pPr marL="1499982" indent="0">
              <a:buNone/>
              <a:defRPr sz="656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1898273" y="1068716"/>
            <a:ext cx="1594100" cy="157192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7368AD-DD27-43A5-BA00-A130851D847D}" type="datetimeFigureOut">
              <a:rPr lang="en-US" smtClean="0"/>
              <a:t>4/2/2024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49BF31-354C-457C-8F2C-C8A18FD1D80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606421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7368AD-DD27-43A5-BA00-A130851D847D}" type="datetimeFigureOut">
              <a:rPr lang="en-US" smtClean="0"/>
              <a:t>4/2/2024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49BF31-354C-457C-8F2C-C8A18FD1D80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526828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7368AD-DD27-43A5-BA00-A130851D847D}" type="datetimeFigureOut">
              <a:rPr lang="en-US" smtClean="0"/>
              <a:t>4/2/2024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49BF31-354C-457C-8F2C-C8A18FD1D80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959069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278" y="195051"/>
            <a:ext cx="1209368" cy="682678"/>
          </a:xfrm>
        </p:spPr>
        <p:txBody>
          <a:bodyPr anchor="b"/>
          <a:lstStyle>
            <a:lvl1pPr>
              <a:defRPr sz="1312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94100" y="421256"/>
            <a:ext cx="1898273" cy="2079188"/>
          </a:xfrm>
        </p:spPr>
        <p:txBody>
          <a:bodyPr/>
          <a:lstStyle>
            <a:lvl1pPr>
              <a:defRPr sz="1312"/>
            </a:lvl1pPr>
            <a:lvl2pPr>
              <a:defRPr sz="1148"/>
            </a:lvl2pPr>
            <a:lvl3pPr>
              <a:defRPr sz="984"/>
            </a:lvl3pPr>
            <a:lvl4pPr>
              <a:defRPr sz="820"/>
            </a:lvl4pPr>
            <a:lvl5pPr>
              <a:defRPr sz="820"/>
            </a:lvl5pPr>
            <a:lvl6pPr>
              <a:defRPr sz="820"/>
            </a:lvl6pPr>
            <a:lvl7pPr>
              <a:defRPr sz="820"/>
            </a:lvl7pPr>
            <a:lvl8pPr>
              <a:defRPr sz="820"/>
            </a:lvl8pPr>
            <a:lvl9pPr>
              <a:defRPr sz="82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278" y="877729"/>
            <a:ext cx="1209368" cy="1626101"/>
          </a:xfrm>
        </p:spPr>
        <p:txBody>
          <a:bodyPr/>
          <a:lstStyle>
            <a:lvl1pPr marL="0" indent="0">
              <a:buNone/>
              <a:defRPr sz="656"/>
            </a:lvl1pPr>
            <a:lvl2pPr marL="187498" indent="0">
              <a:buNone/>
              <a:defRPr sz="574"/>
            </a:lvl2pPr>
            <a:lvl3pPr marL="374995" indent="0">
              <a:buNone/>
              <a:defRPr sz="492"/>
            </a:lvl3pPr>
            <a:lvl4pPr marL="562493" indent="0">
              <a:buNone/>
              <a:defRPr sz="410"/>
            </a:lvl4pPr>
            <a:lvl5pPr marL="749991" indent="0">
              <a:buNone/>
              <a:defRPr sz="410"/>
            </a:lvl5pPr>
            <a:lvl6pPr marL="937489" indent="0">
              <a:buNone/>
              <a:defRPr sz="410"/>
            </a:lvl6pPr>
            <a:lvl7pPr marL="1124986" indent="0">
              <a:buNone/>
              <a:defRPr sz="410"/>
            </a:lvl7pPr>
            <a:lvl8pPr marL="1312484" indent="0">
              <a:buNone/>
              <a:defRPr sz="410"/>
            </a:lvl8pPr>
            <a:lvl9pPr marL="1499982" indent="0">
              <a:buNone/>
              <a:defRPr sz="41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7368AD-DD27-43A5-BA00-A130851D847D}" type="datetimeFigureOut">
              <a:rPr lang="en-US" smtClean="0"/>
              <a:t>4/2/2024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49BF31-354C-457C-8F2C-C8A18FD1D80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014670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278" y="195051"/>
            <a:ext cx="1209368" cy="682678"/>
          </a:xfrm>
        </p:spPr>
        <p:txBody>
          <a:bodyPr anchor="b"/>
          <a:lstStyle>
            <a:lvl1pPr>
              <a:defRPr sz="1312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94100" y="421256"/>
            <a:ext cx="1898273" cy="2079188"/>
          </a:xfrm>
        </p:spPr>
        <p:txBody>
          <a:bodyPr anchor="t"/>
          <a:lstStyle>
            <a:lvl1pPr marL="0" indent="0">
              <a:buNone/>
              <a:defRPr sz="1312"/>
            </a:lvl1pPr>
            <a:lvl2pPr marL="187498" indent="0">
              <a:buNone/>
              <a:defRPr sz="1148"/>
            </a:lvl2pPr>
            <a:lvl3pPr marL="374995" indent="0">
              <a:buNone/>
              <a:defRPr sz="984"/>
            </a:lvl3pPr>
            <a:lvl4pPr marL="562493" indent="0">
              <a:buNone/>
              <a:defRPr sz="820"/>
            </a:lvl4pPr>
            <a:lvl5pPr marL="749991" indent="0">
              <a:buNone/>
              <a:defRPr sz="820"/>
            </a:lvl5pPr>
            <a:lvl6pPr marL="937489" indent="0">
              <a:buNone/>
              <a:defRPr sz="820"/>
            </a:lvl6pPr>
            <a:lvl7pPr marL="1124986" indent="0">
              <a:buNone/>
              <a:defRPr sz="820"/>
            </a:lvl7pPr>
            <a:lvl8pPr marL="1312484" indent="0">
              <a:buNone/>
              <a:defRPr sz="820"/>
            </a:lvl8pPr>
            <a:lvl9pPr marL="1499982" indent="0">
              <a:buNone/>
              <a:defRPr sz="82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278" y="877729"/>
            <a:ext cx="1209368" cy="1626101"/>
          </a:xfrm>
        </p:spPr>
        <p:txBody>
          <a:bodyPr/>
          <a:lstStyle>
            <a:lvl1pPr marL="0" indent="0">
              <a:buNone/>
              <a:defRPr sz="656"/>
            </a:lvl1pPr>
            <a:lvl2pPr marL="187498" indent="0">
              <a:buNone/>
              <a:defRPr sz="574"/>
            </a:lvl2pPr>
            <a:lvl3pPr marL="374995" indent="0">
              <a:buNone/>
              <a:defRPr sz="492"/>
            </a:lvl3pPr>
            <a:lvl4pPr marL="562493" indent="0">
              <a:buNone/>
              <a:defRPr sz="410"/>
            </a:lvl4pPr>
            <a:lvl5pPr marL="749991" indent="0">
              <a:buNone/>
              <a:defRPr sz="410"/>
            </a:lvl5pPr>
            <a:lvl6pPr marL="937489" indent="0">
              <a:buNone/>
              <a:defRPr sz="410"/>
            </a:lvl6pPr>
            <a:lvl7pPr marL="1124986" indent="0">
              <a:buNone/>
              <a:defRPr sz="410"/>
            </a:lvl7pPr>
            <a:lvl8pPr marL="1312484" indent="0">
              <a:buNone/>
              <a:defRPr sz="410"/>
            </a:lvl8pPr>
            <a:lvl9pPr marL="1499982" indent="0">
              <a:buNone/>
              <a:defRPr sz="41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7368AD-DD27-43A5-BA00-A130851D847D}" type="datetimeFigureOut">
              <a:rPr lang="en-US" smtClean="0"/>
              <a:t>4/2/2024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49BF31-354C-457C-8F2C-C8A18FD1D80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45946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7368AD-DD27-43A5-BA00-A130851D847D}" type="datetimeFigureOut">
              <a:rPr lang="en-US" smtClean="0"/>
              <a:t>4/2/2024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49BF31-354C-457C-8F2C-C8A18FD1D80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172448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2683361" y="155770"/>
            <a:ext cx="808524" cy="2479449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7790" y="155770"/>
            <a:ext cx="2378700" cy="247944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7368AD-DD27-43A5-BA00-A130851D847D}" type="datetimeFigureOut">
              <a:rPr lang="en-US" smtClean="0"/>
              <a:t>4/2/2024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49BF31-354C-457C-8F2C-C8A18FD1D80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400589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7790" y="155771"/>
            <a:ext cx="3234095" cy="56551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7790" y="778849"/>
            <a:ext cx="3234095" cy="185637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257790" y="2711749"/>
            <a:ext cx="843677" cy="15577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492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77368AD-DD27-43A5-BA00-A130851D847D}" type="datetimeFigureOut">
              <a:rPr lang="en-US" smtClean="0"/>
              <a:t>4/2/2024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242080" y="2711749"/>
            <a:ext cx="1265515" cy="15577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492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2648208" y="2711749"/>
            <a:ext cx="843677" cy="15577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492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D49BF31-354C-457C-8F2C-C8A18FD1D80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03245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txStyles>
    <p:titleStyle>
      <a:lvl1pPr algn="l" defTabSz="374995" rtl="0" eaLnBrk="1" latinLnBrk="0" hangingPunct="1">
        <a:lnSpc>
          <a:spcPct val="90000"/>
        </a:lnSpc>
        <a:spcBef>
          <a:spcPct val="0"/>
        </a:spcBef>
        <a:buNone/>
        <a:defRPr sz="1804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93749" indent="-93749" algn="l" defTabSz="374995" rtl="0" eaLnBrk="1" latinLnBrk="0" hangingPunct="1">
        <a:lnSpc>
          <a:spcPct val="90000"/>
        </a:lnSpc>
        <a:spcBef>
          <a:spcPts val="410"/>
        </a:spcBef>
        <a:buFont typeface="Arial" panose="020B0604020202020204" pitchFamily="34" charset="0"/>
        <a:buChar char="•"/>
        <a:defRPr sz="1148" kern="1200">
          <a:solidFill>
            <a:schemeClr val="tx1"/>
          </a:solidFill>
          <a:latin typeface="+mn-lt"/>
          <a:ea typeface="+mn-ea"/>
          <a:cs typeface="+mn-cs"/>
        </a:defRPr>
      </a:lvl1pPr>
      <a:lvl2pPr marL="281247" indent="-93749" algn="l" defTabSz="374995" rtl="0" eaLnBrk="1" latinLnBrk="0" hangingPunct="1">
        <a:lnSpc>
          <a:spcPct val="90000"/>
        </a:lnSpc>
        <a:spcBef>
          <a:spcPts val="205"/>
        </a:spcBef>
        <a:buFont typeface="Arial" panose="020B0604020202020204" pitchFamily="34" charset="0"/>
        <a:buChar char="•"/>
        <a:defRPr sz="984" kern="1200">
          <a:solidFill>
            <a:schemeClr val="tx1"/>
          </a:solidFill>
          <a:latin typeface="+mn-lt"/>
          <a:ea typeface="+mn-ea"/>
          <a:cs typeface="+mn-cs"/>
        </a:defRPr>
      </a:lvl2pPr>
      <a:lvl3pPr marL="468744" indent="-93749" algn="l" defTabSz="374995" rtl="0" eaLnBrk="1" latinLnBrk="0" hangingPunct="1">
        <a:lnSpc>
          <a:spcPct val="90000"/>
        </a:lnSpc>
        <a:spcBef>
          <a:spcPts val="205"/>
        </a:spcBef>
        <a:buFont typeface="Arial" panose="020B0604020202020204" pitchFamily="34" charset="0"/>
        <a:buChar char="•"/>
        <a:defRPr sz="820" kern="1200">
          <a:solidFill>
            <a:schemeClr val="tx1"/>
          </a:solidFill>
          <a:latin typeface="+mn-lt"/>
          <a:ea typeface="+mn-ea"/>
          <a:cs typeface="+mn-cs"/>
        </a:defRPr>
      </a:lvl3pPr>
      <a:lvl4pPr marL="656242" indent="-93749" algn="l" defTabSz="374995" rtl="0" eaLnBrk="1" latinLnBrk="0" hangingPunct="1">
        <a:lnSpc>
          <a:spcPct val="90000"/>
        </a:lnSpc>
        <a:spcBef>
          <a:spcPts val="205"/>
        </a:spcBef>
        <a:buFont typeface="Arial" panose="020B0604020202020204" pitchFamily="34" charset="0"/>
        <a:buChar char="•"/>
        <a:defRPr sz="738" kern="1200">
          <a:solidFill>
            <a:schemeClr val="tx1"/>
          </a:solidFill>
          <a:latin typeface="+mn-lt"/>
          <a:ea typeface="+mn-ea"/>
          <a:cs typeface="+mn-cs"/>
        </a:defRPr>
      </a:lvl4pPr>
      <a:lvl5pPr marL="843740" indent="-93749" algn="l" defTabSz="374995" rtl="0" eaLnBrk="1" latinLnBrk="0" hangingPunct="1">
        <a:lnSpc>
          <a:spcPct val="90000"/>
        </a:lnSpc>
        <a:spcBef>
          <a:spcPts val="205"/>
        </a:spcBef>
        <a:buFont typeface="Arial" panose="020B0604020202020204" pitchFamily="34" charset="0"/>
        <a:buChar char="•"/>
        <a:defRPr sz="738" kern="1200">
          <a:solidFill>
            <a:schemeClr val="tx1"/>
          </a:solidFill>
          <a:latin typeface="+mn-lt"/>
          <a:ea typeface="+mn-ea"/>
          <a:cs typeface="+mn-cs"/>
        </a:defRPr>
      </a:lvl5pPr>
      <a:lvl6pPr marL="1031237" indent="-93749" algn="l" defTabSz="374995" rtl="0" eaLnBrk="1" latinLnBrk="0" hangingPunct="1">
        <a:lnSpc>
          <a:spcPct val="90000"/>
        </a:lnSpc>
        <a:spcBef>
          <a:spcPts val="205"/>
        </a:spcBef>
        <a:buFont typeface="Arial" panose="020B0604020202020204" pitchFamily="34" charset="0"/>
        <a:buChar char="•"/>
        <a:defRPr sz="738" kern="1200">
          <a:solidFill>
            <a:schemeClr val="tx1"/>
          </a:solidFill>
          <a:latin typeface="+mn-lt"/>
          <a:ea typeface="+mn-ea"/>
          <a:cs typeface="+mn-cs"/>
        </a:defRPr>
      </a:lvl6pPr>
      <a:lvl7pPr marL="1218735" indent="-93749" algn="l" defTabSz="374995" rtl="0" eaLnBrk="1" latinLnBrk="0" hangingPunct="1">
        <a:lnSpc>
          <a:spcPct val="90000"/>
        </a:lnSpc>
        <a:spcBef>
          <a:spcPts val="205"/>
        </a:spcBef>
        <a:buFont typeface="Arial" panose="020B0604020202020204" pitchFamily="34" charset="0"/>
        <a:buChar char="•"/>
        <a:defRPr sz="738" kern="1200">
          <a:solidFill>
            <a:schemeClr val="tx1"/>
          </a:solidFill>
          <a:latin typeface="+mn-lt"/>
          <a:ea typeface="+mn-ea"/>
          <a:cs typeface="+mn-cs"/>
        </a:defRPr>
      </a:lvl7pPr>
      <a:lvl8pPr marL="1406233" indent="-93749" algn="l" defTabSz="374995" rtl="0" eaLnBrk="1" latinLnBrk="0" hangingPunct="1">
        <a:lnSpc>
          <a:spcPct val="90000"/>
        </a:lnSpc>
        <a:spcBef>
          <a:spcPts val="205"/>
        </a:spcBef>
        <a:buFont typeface="Arial" panose="020B0604020202020204" pitchFamily="34" charset="0"/>
        <a:buChar char="•"/>
        <a:defRPr sz="738" kern="1200">
          <a:solidFill>
            <a:schemeClr val="tx1"/>
          </a:solidFill>
          <a:latin typeface="+mn-lt"/>
          <a:ea typeface="+mn-ea"/>
          <a:cs typeface="+mn-cs"/>
        </a:defRPr>
      </a:lvl8pPr>
      <a:lvl9pPr marL="1593731" indent="-93749" algn="l" defTabSz="374995" rtl="0" eaLnBrk="1" latinLnBrk="0" hangingPunct="1">
        <a:lnSpc>
          <a:spcPct val="90000"/>
        </a:lnSpc>
        <a:spcBef>
          <a:spcPts val="205"/>
        </a:spcBef>
        <a:buFont typeface="Arial" panose="020B0604020202020204" pitchFamily="34" charset="0"/>
        <a:buChar char="•"/>
        <a:defRPr sz="738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74995" rtl="0" eaLnBrk="1" latinLnBrk="0" hangingPunct="1">
        <a:defRPr sz="738" kern="1200">
          <a:solidFill>
            <a:schemeClr val="tx1"/>
          </a:solidFill>
          <a:latin typeface="+mn-lt"/>
          <a:ea typeface="+mn-ea"/>
          <a:cs typeface="+mn-cs"/>
        </a:defRPr>
      </a:lvl1pPr>
      <a:lvl2pPr marL="187498" algn="l" defTabSz="374995" rtl="0" eaLnBrk="1" latinLnBrk="0" hangingPunct="1">
        <a:defRPr sz="738" kern="1200">
          <a:solidFill>
            <a:schemeClr val="tx1"/>
          </a:solidFill>
          <a:latin typeface="+mn-lt"/>
          <a:ea typeface="+mn-ea"/>
          <a:cs typeface="+mn-cs"/>
        </a:defRPr>
      </a:lvl2pPr>
      <a:lvl3pPr marL="374995" algn="l" defTabSz="374995" rtl="0" eaLnBrk="1" latinLnBrk="0" hangingPunct="1">
        <a:defRPr sz="738" kern="1200">
          <a:solidFill>
            <a:schemeClr val="tx1"/>
          </a:solidFill>
          <a:latin typeface="+mn-lt"/>
          <a:ea typeface="+mn-ea"/>
          <a:cs typeface="+mn-cs"/>
        </a:defRPr>
      </a:lvl3pPr>
      <a:lvl4pPr marL="562493" algn="l" defTabSz="374995" rtl="0" eaLnBrk="1" latinLnBrk="0" hangingPunct="1">
        <a:defRPr sz="738" kern="1200">
          <a:solidFill>
            <a:schemeClr val="tx1"/>
          </a:solidFill>
          <a:latin typeface="+mn-lt"/>
          <a:ea typeface="+mn-ea"/>
          <a:cs typeface="+mn-cs"/>
        </a:defRPr>
      </a:lvl4pPr>
      <a:lvl5pPr marL="749991" algn="l" defTabSz="374995" rtl="0" eaLnBrk="1" latinLnBrk="0" hangingPunct="1">
        <a:defRPr sz="738" kern="1200">
          <a:solidFill>
            <a:schemeClr val="tx1"/>
          </a:solidFill>
          <a:latin typeface="+mn-lt"/>
          <a:ea typeface="+mn-ea"/>
          <a:cs typeface="+mn-cs"/>
        </a:defRPr>
      </a:lvl5pPr>
      <a:lvl6pPr marL="937489" algn="l" defTabSz="374995" rtl="0" eaLnBrk="1" latinLnBrk="0" hangingPunct="1">
        <a:defRPr sz="738" kern="1200">
          <a:solidFill>
            <a:schemeClr val="tx1"/>
          </a:solidFill>
          <a:latin typeface="+mn-lt"/>
          <a:ea typeface="+mn-ea"/>
          <a:cs typeface="+mn-cs"/>
        </a:defRPr>
      </a:lvl6pPr>
      <a:lvl7pPr marL="1124986" algn="l" defTabSz="374995" rtl="0" eaLnBrk="1" latinLnBrk="0" hangingPunct="1">
        <a:defRPr sz="738" kern="1200">
          <a:solidFill>
            <a:schemeClr val="tx1"/>
          </a:solidFill>
          <a:latin typeface="+mn-lt"/>
          <a:ea typeface="+mn-ea"/>
          <a:cs typeface="+mn-cs"/>
        </a:defRPr>
      </a:lvl7pPr>
      <a:lvl8pPr marL="1312484" algn="l" defTabSz="374995" rtl="0" eaLnBrk="1" latinLnBrk="0" hangingPunct="1">
        <a:defRPr sz="738" kern="1200">
          <a:solidFill>
            <a:schemeClr val="tx1"/>
          </a:solidFill>
          <a:latin typeface="+mn-lt"/>
          <a:ea typeface="+mn-ea"/>
          <a:cs typeface="+mn-cs"/>
        </a:defRPr>
      </a:lvl8pPr>
      <a:lvl9pPr marL="1499982" algn="l" defTabSz="374995" rtl="0" eaLnBrk="1" latinLnBrk="0" hangingPunct="1">
        <a:defRPr sz="738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0741FCE-4859-D238-7AB1-0900055DE8F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7" y="3651"/>
            <a:ext cx="3749040" cy="29184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937340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61CC8359-F31A-935C-7045-E0FC7C8BCCE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7" y="3651"/>
            <a:ext cx="3749040" cy="29184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642586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6D46991-95F5-8F2B-9DA5-2B61734A217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7" y="3651"/>
            <a:ext cx="3749040" cy="29184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970750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7F4E161B-FC23-CCF6-1422-44C743A37BE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7" y="3651"/>
            <a:ext cx="3749040" cy="29184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886824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6</TotalTime>
  <Words>0</Words>
  <Application>Microsoft Office PowerPoint</Application>
  <PresentationFormat>Custom</PresentationFormat>
  <Paragraphs>0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Rayehe Karimi Mahabadi, Ph.D.</dc:creator>
  <cp:lastModifiedBy>Rayehe Karimi Mahabadi, Ph.D.</cp:lastModifiedBy>
  <cp:revision>11</cp:revision>
  <dcterms:created xsi:type="dcterms:W3CDTF">2023-12-19T23:23:17Z</dcterms:created>
  <dcterms:modified xsi:type="dcterms:W3CDTF">2024-04-02T18:50:58Z</dcterms:modified>
</cp:coreProperties>
</file>