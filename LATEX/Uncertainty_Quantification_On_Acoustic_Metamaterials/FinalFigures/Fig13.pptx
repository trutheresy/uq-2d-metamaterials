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</p:sldIdLst>
  <p:sldSz cx="10515600" cy="2743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138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450" y="448945"/>
            <a:ext cx="78867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4450" y="1440815"/>
            <a:ext cx="78867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13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7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471" y="683895"/>
            <a:ext cx="9069705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471" y="1835785"/>
            <a:ext cx="9069705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202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948" y="730250"/>
            <a:ext cx="446913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23523" y="730250"/>
            <a:ext cx="446913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02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146050"/>
            <a:ext cx="9069705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4318" y="672465"/>
            <a:ext cx="4448591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4318" y="1002030"/>
            <a:ext cx="4448591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23522" y="672465"/>
            <a:ext cx="4470500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23522" y="1002030"/>
            <a:ext cx="4470500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5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0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64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8" y="182880"/>
            <a:ext cx="3391554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0499" y="394970"/>
            <a:ext cx="5323523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4318" y="822960"/>
            <a:ext cx="3391554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94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8" y="182880"/>
            <a:ext cx="3391554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0499" y="394970"/>
            <a:ext cx="5323523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4318" y="822960"/>
            <a:ext cx="3391554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57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27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25226" y="146050"/>
            <a:ext cx="2267426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2947" y="146050"/>
            <a:ext cx="6670834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2948" y="146050"/>
            <a:ext cx="9069705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948" y="730250"/>
            <a:ext cx="9069705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2948" y="2542540"/>
            <a:ext cx="236601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3293" y="2542540"/>
            <a:ext cx="3549015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6643" y="2542540"/>
            <a:ext cx="236601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5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09C9F3-4DDC-1CE2-3ACC-EECE77977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15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3E0A04-A0AF-8A91-3639-DA4144504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515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14</cp:revision>
  <dcterms:created xsi:type="dcterms:W3CDTF">2023-12-19T23:23:17Z</dcterms:created>
  <dcterms:modified xsi:type="dcterms:W3CDTF">2024-04-02T20:08:11Z</dcterms:modified>
</cp:coreProperties>
</file>