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3292475" cy="292576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01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6" y="478823"/>
            <a:ext cx="2798604" cy="1018599"/>
          </a:xfrm>
        </p:spPr>
        <p:txBody>
          <a:bodyPr anchor="b"/>
          <a:lstStyle>
            <a:lvl1pPr algn="ctr">
              <a:defRPr sz="21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560" y="1536703"/>
            <a:ext cx="2469356" cy="706382"/>
          </a:xfrm>
        </p:spPr>
        <p:txBody>
          <a:bodyPr/>
          <a:lstStyle>
            <a:lvl1pPr marL="0" indent="0" algn="ctr">
              <a:buNone/>
              <a:defRPr sz="864"/>
            </a:lvl1pPr>
            <a:lvl2pPr marL="164638" indent="0" algn="ctr">
              <a:buNone/>
              <a:defRPr sz="720"/>
            </a:lvl2pPr>
            <a:lvl3pPr marL="329275" indent="0" algn="ctr">
              <a:buNone/>
              <a:defRPr sz="648"/>
            </a:lvl3pPr>
            <a:lvl4pPr marL="493913" indent="0" algn="ctr">
              <a:buNone/>
              <a:defRPr sz="576"/>
            </a:lvl4pPr>
            <a:lvl5pPr marL="658551" indent="0" algn="ctr">
              <a:buNone/>
              <a:defRPr sz="576"/>
            </a:lvl5pPr>
            <a:lvl6pPr marL="823189" indent="0" algn="ctr">
              <a:buNone/>
              <a:defRPr sz="576"/>
            </a:lvl6pPr>
            <a:lvl7pPr marL="987826" indent="0" algn="ctr">
              <a:buNone/>
              <a:defRPr sz="576"/>
            </a:lvl7pPr>
            <a:lvl8pPr marL="1152464" indent="0" algn="ctr">
              <a:buNone/>
              <a:defRPr sz="576"/>
            </a:lvl8pPr>
            <a:lvl9pPr marL="1317102" indent="0" algn="ctr">
              <a:buNone/>
              <a:defRPr sz="5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4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0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643" y="729410"/>
            <a:ext cx="2839760" cy="1217036"/>
          </a:xfrm>
        </p:spPr>
        <p:txBody>
          <a:bodyPr anchor="b"/>
          <a:lstStyle>
            <a:lvl1pPr>
              <a:defRPr sz="21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643" y="1957960"/>
            <a:ext cx="2839760" cy="640010"/>
          </a:xfrm>
        </p:spPr>
        <p:txBody>
          <a:bodyPr/>
          <a:lstStyle>
            <a:lvl1pPr marL="0" indent="0">
              <a:buNone/>
              <a:defRPr sz="864">
                <a:solidFill>
                  <a:schemeClr val="tx1"/>
                </a:solidFill>
              </a:defRPr>
            </a:lvl1pPr>
            <a:lvl2pPr marL="164638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2pPr>
            <a:lvl3pPr marL="329275" indent="0">
              <a:buNone/>
              <a:defRPr sz="648">
                <a:solidFill>
                  <a:schemeClr val="tx1">
                    <a:tint val="75000"/>
                  </a:schemeClr>
                </a:solidFill>
              </a:defRPr>
            </a:lvl3pPr>
            <a:lvl4pPr marL="493913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4pPr>
            <a:lvl5pPr marL="658551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5pPr>
            <a:lvl6pPr marL="823189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6pPr>
            <a:lvl7pPr marL="987826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7pPr>
            <a:lvl8pPr marL="1152464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8pPr>
            <a:lvl9pPr marL="1317102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58" y="778849"/>
            <a:ext cx="1399302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815" y="778849"/>
            <a:ext cx="1399302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16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86" y="155771"/>
            <a:ext cx="2839760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87" y="717218"/>
            <a:ext cx="1392871" cy="351498"/>
          </a:xfrm>
        </p:spPr>
        <p:txBody>
          <a:bodyPr anchor="b"/>
          <a:lstStyle>
            <a:lvl1pPr marL="0" indent="0">
              <a:buNone/>
              <a:defRPr sz="864" b="1"/>
            </a:lvl1pPr>
            <a:lvl2pPr marL="164638" indent="0">
              <a:buNone/>
              <a:defRPr sz="720" b="1"/>
            </a:lvl2pPr>
            <a:lvl3pPr marL="329275" indent="0">
              <a:buNone/>
              <a:defRPr sz="648" b="1"/>
            </a:lvl3pPr>
            <a:lvl4pPr marL="493913" indent="0">
              <a:buNone/>
              <a:defRPr sz="576" b="1"/>
            </a:lvl4pPr>
            <a:lvl5pPr marL="658551" indent="0">
              <a:buNone/>
              <a:defRPr sz="576" b="1"/>
            </a:lvl5pPr>
            <a:lvl6pPr marL="823189" indent="0">
              <a:buNone/>
              <a:defRPr sz="576" b="1"/>
            </a:lvl6pPr>
            <a:lvl7pPr marL="987826" indent="0">
              <a:buNone/>
              <a:defRPr sz="576" b="1"/>
            </a:lvl7pPr>
            <a:lvl8pPr marL="1152464" indent="0">
              <a:buNone/>
              <a:defRPr sz="576" b="1"/>
            </a:lvl8pPr>
            <a:lvl9pPr marL="1317102" indent="0">
              <a:buNone/>
              <a:defRPr sz="5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87" y="1068716"/>
            <a:ext cx="1392871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816" y="717218"/>
            <a:ext cx="1399731" cy="351498"/>
          </a:xfrm>
        </p:spPr>
        <p:txBody>
          <a:bodyPr anchor="b"/>
          <a:lstStyle>
            <a:lvl1pPr marL="0" indent="0">
              <a:buNone/>
              <a:defRPr sz="864" b="1"/>
            </a:lvl1pPr>
            <a:lvl2pPr marL="164638" indent="0">
              <a:buNone/>
              <a:defRPr sz="720" b="1"/>
            </a:lvl2pPr>
            <a:lvl3pPr marL="329275" indent="0">
              <a:buNone/>
              <a:defRPr sz="648" b="1"/>
            </a:lvl3pPr>
            <a:lvl4pPr marL="493913" indent="0">
              <a:buNone/>
              <a:defRPr sz="576" b="1"/>
            </a:lvl4pPr>
            <a:lvl5pPr marL="658551" indent="0">
              <a:buNone/>
              <a:defRPr sz="576" b="1"/>
            </a:lvl5pPr>
            <a:lvl6pPr marL="823189" indent="0">
              <a:buNone/>
              <a:defRPr sz="576" b="1"/>
            </a:lvl6pPr>
            <a:lvl7pPr marL="987826" indent="0">
              <a:buNone/>
              <a:defRPr sz="576" b="1"/>
            </a:lvl7pPr>
            <a:lvl8pPr marL="1152464" indent="0">
              <a:buNone/>
              <a:defRPr sz="576" b="1"/>
            </a:lvl8pPr>
            <a:lvl9pPr marL="1317102" indent="0">
              <a:buNone/>
              <a:defRPr sz="5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816" y="1068716"/>
            <a:ext cx="1399731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1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8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5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86" y="195051"/>
            <a:ext cx="1061909" cy="682678"/>
          </a:xfrm>
        </p:spPr>
        <p:txBody>
          <a:bodyPr anchor="b"/>
          <a:lstStyle>
            <a:lvl1pPr>
              <a:defRPr sz="11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731" y="421256"/>
            <a:ext cx="1666815" cy="2079188"/>
          </a:xfrm>
        </p:spPr>
        <p:txBody>
          <a:bodyPr/>
          <a:lstStyle>
            <a:lvl1pPr>
              <a:defRPr sz="1152"/>
            </a:lvl1pPr>
            <a:lvl2pPr>
              <a:defRPr sz="1008"/>
            </a:lvl2pPr>
            <a:lvl3pPr>
              <a:defRPr sz="864"/>
            </a:lvl3pPr>
            <a:lvl4pPr>
              <a:defRPr sz="720"/>
            </a:lvl4pPr>
            <a:lvl5pPr>
              <a:defRPr sz="720"/>
            </a:lvl5pPr>
            <a:lvl6pPr>
              <a:defRPr sz="720"/>
            </a:lvl6pPr>
            <a:lvl7pPr>
              <a:defRPr sz="720"/>
            </a:lvl7pPr>
            <a:lvl8pPr>
              <a:defRPr sz="720"/>
            </a:lvl8pPr>
            <a:lvl9pPr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86" y="877729"/>
            <a:ext cx="1061909" cy="1626101"/>
          </a:xfrm>
        </p:spPr>
        <p:txBody>
          <a:bodyPr/>
          <a:lstStyle>
            <a:lvl1pPr marL="0" indent="0">
              <a:buNone/>
              <a:defRPr sz="576"/>
            </a:lvl1pPr>
            <a:lvl2pPr marL="164638" indent="0">
              <a:buNone/>
              <a:defRPr sz="504"/>
            </a:lvl2pPr>
            <a:lvl3pPr marL="329275" indent="0">
              <a:buNone/>
              <a:defRPr sz="432"/>
            </a:lvl3pPr>
            <a:lvl4pPr marL="493913" indent="0">
              <a:buNone/>
              <a:defRPr sz="360"/>
            </a:lvl4pPr>
            <a:lvl5pPr marL="658551" indent="0">
              <a:buNone/>
              <a:defRPr sz="360"/>
            </a:lvl5pPr>
            <a:lvl6pPr marL="823189" indent="0">
              <a:buNone/>
              <a:defRPr sz="360"/>
            </a:lvl6pPr>
            <a:lvl7pPr marL="987826" indent="0">
              <a:buNone/>
              <a:defRPr sz="360"/>
            </a:lvl7pPr>
            <a:lvl8pPr marL="1152464" indent="0">
              <a:buNone/>
              <a:defRPr sz="360"/>
            </a:lvl8pPr>
            <a:lvl9pPr marL="131710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33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86" y="195051"/>
            <a:ext cx="1061909" cy="682678"/>
          </a:xfrm>
        </p:spPr>
        <p:txBody>
          <a:bodyPr anchor="b"/>
          <a:lstStyle>
            <a:lvl1pPr>
              <a:defRPr sz="11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731" y="421256"/>
            <a:ext cx="1666815" cy="2079188"/>
          </a:xfrm>
        </p:spPr>
        <p:txBody>
          <a:bodyPr anchor="t"/>
          <a:lstStyle>
            <a:lvl1pPr marL="0" indent="0">
              <a:buNone/>
              <a:defRPr sz="1152"/>
            </a:lvl1pPr>
            <a:lvl2pPr marL="164638" indent="0">
              <a:buNone/>
              <a:defRPr sz="1008"/>
            </a:lvl2pPr>
            <a:lvl3pPr marL="329275" indent="0">
              <a:buNone/>
              <a:defRPr sz="864"/>
            </a:lvl3pPr>
            <a:lvl4pPr marL="493913" indent="0">
              <a:buNone/>
              <a:defRPr sz="720"/>
            </a:lvl4pPr>
            <a:lvl5pPr marL="658551" indent="0">
              <a:buNone/>
              <a:defRPr sz="720"/>
            </a:lvl5pPr>
            <a:lvl6pPr marL="823189" indent="0">
              <a:buNone/>
              <a:defRPr sz="720"/>
            </a:lvl6pPr>
            <a:lvl7pPr marL="987826" indent="0">
              <a:buNone/>
              <a:defRPr sz="720"/>
            </a:lvl7pPr>
            <a:lvl8pPr marL="1152464" indent="0">
              <a:buNone/>
              <a:defRPr sz="720"/>
            </a:lvl8pPr>
            <a:lvl9pPr marL="1317102" indent="0">
              <a:buNone/>
              <a:defRPr sz="7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86" y="877729"/>
            <a:ext cx="1061909" cy="1626101"/>
          </a:xfrm>
        </p:spPr>
        <p:txBody>
          <a:bodyPr/>
          <a:lstStyle>
            <a:lvl1pPr marL="0" indent="0">
              <a:buNone/>
              <a:defRPr sz="576"/>
            </a:lvl1pPr>
            <a:lvl2pPr marL="164638" indent="0">
              <a:buNone/>
              <a:defRPr sz="504"/>
            </a:lvl2pPr>
            <a:lvl3pPr marL="329275" indent="0">
              <a:buNone/>
              <a:defRPr sz="432"/>
            </a:lvl3pPr>
            <a:lvl4pPr marL="493913" indent="0">
              <a:buNone/>
              <a:defRPr sz="360"/>
            </a:lvl4pPr>
            <a:lvl5pPr marL="658551" indent="0">
              <a:buNone/>
              <a:defRPr sz="360"/>
            </a:lvl5pPr>
            <a:lvl6pPr marL="823189" indent="0">
              <a:buNone/>
              <a:defRPr sz="360"/>
            </a:lvl6pPr>
            <a:lvl7pPr marL="987826" indent="0">
              <a:buNone/>
              <a:defRPr sz="360"/>
            </a:lvl7pPr>
            <a:lvl8pPr marL="1152464" indent="0">
              <a:buNone/>
              <a:defRPr sz="360"/>
            </a:lvl8pPr>
            <a:lvl9pPr marL="131710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33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3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6178" y="155770"/>
            <a:ext cx="709940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58" y="155770"/>
            <a:ext cx="2088664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8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58" y="155771"/>
            <a:ext cx="2839760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58" y="778849"/>
            <a:ext cx="2839760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58" y="2711749"/>
            <a:ext cx="740807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633" y="2711749"/>
            <a:ext cx="111121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5310" y="2711749"/>
            <a:ext cx="740807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0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29275" rtl="0" eaLnBrk="1" latinLnBrk="0" hangingPunct="1">
        <a:lnSpc>
          <a:spcPct val="90000"/>
        </a:lnSpc>
        <a:spcBef>
          <a:spcPct val="0"/>
        </a:spcBef>
        <a:buNone/>
        <a:defRPr sz="15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319" indent="-82319" algn="l" defTabSz="329275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246957" indent="-82319" algn="l" defTabSz="329275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11594" indent="-82319" algn="l" defTabSz="329275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76232" indent="-82319" algn="l" defTabSz="329275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4pPr>
      <a:lvl5pPr marL="740870" indent="-82319" algn="l" defTabSz="329275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5pPr>
      <a:lvl6pPr marL="905507" indent="-82319" algn="l" defTabSz="329275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6pPr>
      <a:lvl7pPr marL="1070145" indent="-82319" algn="l" defTabSz="329275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7pPr>
      <a:lvl8pPr marL="1234783" indent="-82319" algn="l" defTabSz="329275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8pPr>
      <a:lvl9pPr marL="1399421" indent="-82319" algn="l" defTabSz="329275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1pPr>
      <a:lvl2pPr marL="164638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2pPr>
      <a:lvl3pPr marL="329275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3pPr>
      <a:lvl4pPr marL="493913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4pPr>
      <a:lvl5pPr marL="658551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5pPr>
      <a:lvl6pPr marL="823189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6pPr>
      <a:lvl7pPr marL="987826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7pPr>
      <a:lvl8pPr marL="1152464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8pPr>
      <a:lvl9pPr marL="1317102" algn="l" defTabSz="329275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75FAC7-C7A0-3D57-4287-9A4AEDEDC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2918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49D6E9-A5B1-D592-0AB2-A8D8D1650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2918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54612C-E084-8BF4-4B27-2DECDB65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2918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25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34A3BE-3ED0-B851-C313-032A26381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2918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07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33A06E-2B0D-5B2A-4845-F93FE0C12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2918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0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FF4ABB-94BA-6E08-9277-001073121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2918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7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10</cp:revision>
  <dcterms:created xsi:type="dcterms:W3CDTF">2023-12-19T23:23:17Z</dcterms:created>
  <dcterms:modified xsi:type="dcterms:W3CDTF">2024-01-05T17:10:52Z</dcterms:modified>
</cp:coreProperties>
</file>