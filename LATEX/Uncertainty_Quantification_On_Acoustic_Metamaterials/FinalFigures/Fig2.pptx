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</p:sldIdLst>
  <p:sldSz cx="27432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73" d="100"/>
          <a:sy n="173" d="100"/>
        </p:scale>
        <p:origin x="1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9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E3E87-CE4E-F922-5D9D-6360B142F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BF5302-2139-97A2-559D-94ED9F375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8117D-6B42-B6BF-8F13-51700844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2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22699-9365-D5EA-A405-77A2F3D9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8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092BB-7254-8832-A784-F88908F45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678B3-3CCA-0AB2-35AB-D42D5C41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0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C563E-1ACA-B7F6-0B30-12B2A9A4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24B56-22F3-58F1-85BF-23F4E51C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3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813B4-7BA6-0D59-D83C-7B445A81D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6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4</cp:revision>
  <dcterms:created xsi:type="dcterms:W3CDTF">2023-12-19T23:23:17Z</dcterms:created>
  <dcterms:modified xsi:type="dcterms:W3CDTF">2023-12-19T23:50:38Z</dcterms:modified>
</cp:coreProperties>
</file>