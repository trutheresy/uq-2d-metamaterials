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</p:sldIdLst>
  <p:sldSz cx="9509125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4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8641" y="448945"/>
            <a:ext cx="7131844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8641" y="1440815"/>
            <a:ext cx="7131844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1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05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800" y="683895"/>
            <a:ext cx="820162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8800" y="1835785"/>
            <a:ext cx="820162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82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3752" y="730250"/>
            <a:ext cx="4041378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3995" y="730250"/>
            <a:ext cx="4041378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8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991" y="146050"/>
            <a:ext cx="820162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991" y="672465"/>
            <a:ext cx="402280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4991" y="1002030"/>
            <a:ext cx="402280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3994" y="672465"/>
            <a:ext cx="4042617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3994" y="1002030"/>
            <a:ext cx="40426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0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8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6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991" y="182880"/>
            <a:ext cx="306694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2616" y="394970"/>
            <a:ext cx="4813995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4991" y="822960"/>
            <a:ext cx="306694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5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991" y="182880"/>
            <a:ext cx="3066940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42616" y="394970"/>
            <a:ext cx="4813995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4991" y="822960"/>
            <a:ext cx="3066940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0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8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4968" y="146050"/>
            <a:ext cx="205040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3752" y="146050"/>
            <a:ext cx="6032351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9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3753" y="146050"/>
            <a:ext cx="820162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3753" y="730250"/>
            <a:ext cx="820162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3752" y="2542540"/>
            <a:ext cx="2139553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49898" y="2542540"/>
            <a:ext cx="32093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15820" y="2542540"/>
            <a:ext cx="2139553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548E2D-8F35-DE2A-86C0-D63AC9707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" y="0"/>
            <a:ext cx="950214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7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9B9B89-C8EE-B6DF-394E-F38A911E1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" y="0"/>
            <a:ext cx="950214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95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14</cp:revision>
  <dcterms:created xsi:type="dcterms:W3CDTF">2023-12-19T23:23:17Z</dcterms:created>
  <dcterms:modified xsi:type="dcterms:W3CDTF">2024-04-02T20:20:31Z</dcterms:modified>
</cp:coreProperties>
</file>